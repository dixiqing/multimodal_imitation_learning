
<file path=[Content_Types].xml><?xml version="1.0" encoding="utf-8"?>
<Types xmlns="http://schemas.openxmlformats.org/package/2006/content-types">
  <Default Extension="xml" ContentType="application/xml"/>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360" r:id="rId3"/>
    <p:sldId id="359" r:id="rId5"/>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0000"/>
    <a:srgbClr val="FADB32"/>
    <a:srgbClr val="FCCA73"/>
    <a:srgbClr val="F59E0B"/>
    <a:srgbClr val="14B8A6"/>
    <a:srgbClr val="FFD700"/>
    <a:srgbClr val="FFB66F"/>
    <a:srgbClr val="FFE1C3"/>
    <a:srgbClr val="FABA67"/>
    <a:srgbClr val="FCF3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114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customXml" Target="../customXml/item1.xml"/><Relationship Id="rId8" Type="http://schemas.openxmlformats.org/officeDocument/2006/relationships/tableStyles" Target="tableStyles.xml"/><Relationship Id="rId7" Type="http://schemas.openxmlformats.org/officeDocument/2006/relationships/viewProps" Target="viewProps.xml"/><Relationship Id="rId6" Type="http://schemas.openxmlformats.org/officeDocument/2006/relationships/presProps" Target="presProps.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1" Type="http://schemas.openxmlformats.org/officeDocument/2006/relationships/customXml" Target="../customXml/item3.xml"/><Relationship Id="rId10" Type="http://schemas.openxmlformats.org/officeDocument/2006/relationships/customXml" Target="../customXml/item2.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143000" y="1122363"/>
            <a:ext cx="6858000" cy="2387600"/>
          </a:xfrm>
        </p:spPr>
        <p:txBody>
          <a:bodyPr anchor="b"/>
          <a:lstStyle>
            <a:lvl1pPr algn="ctr">
              <a:defRPr sz="4500"/>
            </a:lvl1pPr>
          </a:lstStyle>
          <a:p>
            <a:r>
              <a:rPr kumimoji="1" lang="ja-JP" altLang="en-US"/>
              <a:t>マスター タイトルの書式設定</a:t>
            </a:r>
            <a:endParaRPr kumimoji="1" lang="ja-JP" altLang="en-US"/>
          </a:p>
        </p:txBody>
      </p:sp>
      <p:sp>
        <p:nvSpPr>
          <p:cNvPr id="3" name="字幕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ja-JP" altLang="en-US"/>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623888" y="1709739"/>
            <a:ext cx="7886700" cy="2852737"/>
          </a:xfrm>
        </p:spPr>
        <p:txBody>
          <a:bodyPr anchor="b"/>
          <a:lstStyle>
            <a:lvl1pPr>
              <a:defRPr sz="4500"/>
            </a:lvl1p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kumimoji="1" lang="ja-JP" altLang="en-US"/>
              <a:t>マスター テキストの書式設定</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コンテンツ プレースホルダー 2"/>
          <p:cNvSpPr>
            <a:spLocks noGrp="1"/>
          </p:cNvSpPr>
          <p:nvPr>
            <p:ph sz="half" idx="1"/>
          </p:nvPr>
        </p:nvSpPr>
        <p:spPr>
          <a:xfrm>
            <a:off x="628650" y="1825625"/>
            <a:ext cx="3886200" cy="435133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コンテンツ プレースホルダー 3"/>
          <p:cNvSpPr>
            <a:spLocks noGrp="1"/>
          </p:cNvSpPr>
          <p:nvPr>
            <p:ph sz="half" idx="2"/>
          </p:nvPr>
        </p:nvSpPr>
        <p:spPr>
          <a:xfrm>
            <a:off x="4629150" y="1825625"/>
            <a:ext cx="3886200" cy="435133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365126"/>
            <a:ext cx="7886700" cy="1325563"/>
          </a:xfrm>
        </p:spPr>
        <p:txBody>
          <a:body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endParaRPr kumimoji="1" lang="ja-JP" altLang="en-US"/>
          </a:p>
        </p:txBody>
      </p:sp>
      <p:sp>
        <p:nvSpPr>
          <p:cNvPr id="4" name="コンテンツ プレースホルダー 3"/>
          <p:cNvSpPr>
            <a:spLocks noGrp="1"/>
          </p:cNvSpPr>
          <p:nvPr>
            <p:ph sz="half" idx="2"/>
          </p:nvPr>
        </p:nvSpPr>
        <p:spPr>
          <a:xfrm>
            <a:off x="629842" y="2505075"/>
            <a:ext cx="3868340" cy="368458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5" name="テキスト プレースホルダー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kumimoji="1" lang="ja-JP" altLang="en-US"/>
              <a:t>マスター テキストの書式設定</a:t>
            </a:r>
            <a:endParaRPr kumimoji="1" lang="ja-JP" altLang="en-US"/>
          </a:p>
        </p:txBody>
      </p:sp>
      <p:sp>
        <p:nvSpPr>
          <p:cNvPr id="6" name="コンテンツ プレースホルダー 5"/>
          <p:cNvSpPr>
            <a:spLocks noGrp="1"/>
          </p:cNvSpPr>
          <p:nvPr>
            <p:ph sz="quarter" idx="4"/>
          </p:nvPr>
        </p:nvSpPr>
        <p:spPr>
          <a:xfrm>
            <a:off x="4629150" y="2505075"/>
            <a:ext cx="3887391" cy="3684588"/>
          </a:xfrm>
        </p:spPr>
        <p:txBody>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7" name="日付プレースホルダー 6"/>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a:xfrm>
            <a:off x="205954" y="94797"/>
            <a:ext cx="7886700" cy="488889"/>
          </a:xfrm>
        </p:spPr>
        <p:txBody>
          <a:bodyPr>
            <a:normAutofit/>
          </a:bodyPr>
          <a:lstStyle>
            <a:lvl1pPr>
              <a:defRPr sz="2800"/>
            </a:lvl1pPr>
          </a:lstStyle>
          <a:p>
            <a:r>
              <a:rPr kumimoji="1" lang="ja-JP" altLang="en-US"/>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cxnSp>
        <p:nvCxnSpPr>
          <p:cNvPr id="7" name="直線コネクタ 6"/>
          <p:cNvCxnSpPr/>
          <p:nvPr userDrawn="1"/>
        </p:nvCxnSpPr>
        <p:spPr>
          <a:xfrm>
            <a:off x="171450" y="94086"/>
            <a:ext cx="0" cy="489600"/>
          </a:xfrm>
          <a:prstGeom prst="line">
            <a:avLst/>
          </a:prstGeom>
          <a:ln w="57150">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sp>
        <p:nvSpPr>
          <p:cNvPr id="5" name="スライド番号プレースホルダー 4"/>
          <p:cNvSpPr>
            <a:spLocks noGrp="1"/>
          </p:cNvSpPr>
          <p:nvPr>
            <p:ph type="sldNum" sz="quarter" idx="12"/>
          </p:nvPr>
        </p:nvSpPr>
        <p:spPr>
          <a:xfrm>
            <a:off x="7063954" y="6574305"/>
            <a:ext cx="2057400" cy="365125"/>
          </a:xfrm>
        </p:spPr>
        <p:txBody>
          <a:bodyPr/>
          <a:lstStyle>
            <a:lvl1pPr>
              <a:defRPr sz="1400">
                <a:solidFill>
                  <a:schemeClr val="accent1">
                    <a:lumMod val="75000"/>
                  </a:schemeClr>
                </a:solidFill>
              </a:defRPr>
            </a:lvl1pPr>
          </a:lstStyle>
          <a:p>
            <a:fld id="{6F00E456-75B8-4C92-99E8-A0CAB60115A8}" type="slidenum">
              <a:rPr lang="ja-JP" altLang="en-US" smtClean="0"/>
            </a:fld>
            <a:endParaRPr lang="ja-JP"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457200"/>
            <a:ext cx="2949178" cy="1600200"/>
          </a:xfrm>
        </p:spPr>
        <p:txBody>
          <a:bodyPr anchor="b"/>
          <a:lstStyle>
            <a:lvl1pPr>
              <a:defRPr sz="2400"/>
            </a:lvl1pPr>
          </a:lstStyle>
          <a:p>
            <a:r>
              <a:rPr kumimoji="1" lang="ja-JP" altLang="en-US"/>
              <a:t>マスター タイトルの書式設定</a:t>
            </a:r>
            <a:endParaRPr kumimoji="1" lang="ja-JP" altLang="en-US"/>
          </a:p>
        </p:txBody>
      </p:sp>
      <p:sp>
        <p:nvSpPr>
          <p:cNvPr id="3" name="コンテンツ プレースホルダー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テキスト プレースホルダー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629841" y="457200"/>
            <a:ext cx="2949178" cy="1600200"/>
          </a:xfrm>
        </p:spPr>
        <p:txBody>
          <a:bodyPr anchor="b"/>
          <a:lstStyle>
            <a:lvl1pPr>
              <a:defRPr sz="2400"/>
            </a:lvl1pPr>
          </a:lstStyle>
          <a:p>
            <a:r>
              <a:rPr kumimoji="1" lang="ja-JP" altLang="en-US"/>
              <a:t>マスター タイトルの書式設定</a:t>
            </a:r>
            <a:endParaRPr kumimoji="1" lang="ja-JP" altLang="en-US"/>
          </a:p>
        </p:txBody>
      </p:sp>
      <p:sp>
        <p:nvSpPr>
          <p:cNvPr id="3" name="図プレースホルダー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kumimoji="1" lang="ja-JP" altLang="en-US"/>
          </a:p>
        </p:txBody>
      </p:sp>
      <p:sp>
        <p:nvSpPr>
          <p:cNvPr id="4" name="テキスト プレースホルダー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kumimoji="1" lang="ja-JP" altLang="en-US"/>
              <a:t>マスター テキストの書式設定</a:t>
            </a:r>
            <a:endParaRPr kumimoji="1" lang="ja-JP" altLang="en-US"/>
          </a:p>
        </p:txBody>
      </p:sp>
      <p:sp>
        <p:nvSpPr>
          <p:cNvPr id="5" name="日付プレースホルダー 4"/>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543675" y="365125"/>
            <a:ext cx="1971675" cy="5811838"/>
          </a:xfrm>
        </p:spPr>
        <p:txBody>
          <a:bodyPr vert="eaVert"/>
          <a:lstStyle/>
          <a:p>
            <a:r>
              <a:rPr kumimoji="1" lang="ja-JP" altLang="en-US"/>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628650" y="365125"/>
            <a:ext cx="5800725" cy="5811838"/>
          </a:xfrm>
        </p:spPr>
        <p:txBody>
          <a:bodyPr vert="eaVert"/>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10"/>
          </p:nvPr>
        </p:nvSpPr>
        <p:spPr/>
        <p:txBody>
          <a:body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6F00E456-75B8-4C92-99E8-A0CAB60115A8}" type="slidenum">
              <a:rPr kumimoji="1" lang="ja-JP" altLang="en-US" smtClean="0"/>
            </a:fld>
            <a:endParaRPr kumimoji="1" lang="ja-JP"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kumimoji="1" lang="ja-JP" altLang="en-US"/>
              <a:t>マスター タイトルの書式設定</a:t>
            </a:r>
            <a:endParaRPr kumimoji="1" lang="ja-JP" altLang="en-US"/>
          </a:p>
        </p:txBody>
      </p:sp>
      <p:sp>
        <p:nvSpPr>
          <p:cNvPr id="3" name="テキスト プレースホルダー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kumimoji="1" lang="ja-JP" altLang="en-US"/>
              <a:t>マスター テキストの書式設定</a:t>
            </a:r>
            <a:endParaRPr kumimoji="1" lang="ja-JP" altLang="en-US"/>
          </a:p>
          <a:p>
            <a:pPr lvl="1"/>
            <a:r>
              <a:rPr kumimoji="1" lang="ja-JP" altLang="en-US"/>
              <a:t>第 </a:t>
            </a:r>
            <a:r>
              <a:rPr kumimoji="1" lang="en-US" altLang="ja-JP"/>
              <a:t>2 </a:t>
            </a:r>
            <a:r>
              <a:rPr kumimoji="1" lang="ja-JP" altLang="en-US"/>
              <a:t>レベル</a:t>
            </a:r>
            <a:endParaRPr kumimoji="1" lang="ja-JP" altLang="en-US"/>
          </a:p>
          <a:p>
            <a:pPr lvl="2"/>
            <a:r>
              <a:rPr kumimoji="1" lang="ja-JP" altLang="en-US"/>
              <a:t>第 </a:t>
            </a:r>
            <a:r>
              <a:rPr kumimoji="1" lang="en-US" altLang="ja-JP"/>
              <a:t>3 </a:t>
            </a:r>
            <a:r>
              <a:rPr kumimoji="1" lang="ja-JP" altLang="en-US"/>
              <a:t>レベル</a:t>
            </a:r>
            <a:endParaRPr kumimoji="1" lang="ja-JP" altLang="en-US"/>
          </a:p>
          <a:p>
            <a:pPr lvl="3"/>
            <a:r>
              <a:rPr kumimoji="1" lang="ja-JP" altLang="en-US"/>
              <a:t>第 </a:t>
            </a:r>
            <a:r>
              <a:rPr kumimoji="1" lang="en-US" altLang="ja-JP"/>
              <a:t>4 </a:t>
            </a:r>
            <a:r>
              <a:rPr kumimoji="1" lang="ja-JP" altLang="en-US"/>
              <a:t>レベル</a:t>
            </a:r>
            <a:endParaRPr kumimoji="1" lang="ja-JP" altLang="en-US"/>
          </a:p>
          <a:p>
            <a:pPr lvl="4"/>
            <a:r>
              <a:rPr kumimoji="1" lang="ja-JP" altLang="en-US"/>
              <a:t>第 </a:t>
            </a:r>
            <a:r>
              <a:rPr kumimoji="1" lang="en-US" altLang="ja-JP"/>
              <a:t>5 </a:t>
            </a:r>
            <a:r>
              <a:rPr kumimoji="1" lang="ja-JP" altLang="en-US"/>
              <a:t>レベル</a:t>
            </a:r>
            <a:endParaRPr kumimoji="1" lang="ja-JP" altLang="en-US"/>
          </a:p>
        </p:txBody>
      </p:sp>
      <p:sp>
        <p:nvSpPr>
          <p:cNvPr id="4" name="日付プレースホルダー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FF5312DB-8217-4BDF-B5AF-DC3A694F87D4}" type="datetimeFigureOut">
              <a:rPr kumimoji="1" lang="ja-JP" altLang="en-US" smtClean="0"/>
            </a:fld>
            <a:endParaRPr kumimoji="1" lang="ja-JP" altLang="en-US"/>
          </a:p>
        </p:txBody>
      </p:sp>
      <p:sp>
        <p:nvSpPr>
          <p:cNvPr id="5" name="フッター プレースホルダー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6F00E456-75B8-4C92-99E8-A0CAB60115A8}" type="slidenum">
              <a:rPr kumimoji="1" lang="ja-JP" altLang="en-US" smtClean="0"/>
            </a:fld>
            <a:endParaRPr kumimoji="1" lang="ja-JP"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356235" y="739140"/>
            <a:ext cx="8431530" cy="2081530"/>
          </a:xfrm>
          <a:prstGeom prst="rect">
            <a:avLst/>
          </a:prstGeom>
        </p:spPr>
        <p:txBody>
          <a:bodyPr wrap="square">
            <a:spAutoFit/>
          </a:bodyPr>
          <a:p>
            <a:pPr indent="0">
              <a:lnSpc>
                <a:spcPct val="90000"/>
              </a:lnSpc>
              <a:buFont typeface="Arial" panose="020B0604020202020204" pitchFamily="34" charset="0"/>
              <a:buNone/>
            </a:pPr>
            <a:r>
              <a:rPr lang="en-US" altLang="zh-CN"/>
              <a:t>Q</a:t>
            </a:r>
            <a:r>
              <a:rPr lang="zh-CN" altLang="en-US">
                <a:ea typeface="SimSun" panose="02010600030101010101" pitchFamily="2" charset="-122"/>
              </a:rPr>
              <a:t>：为什么要使用回归模型，分类模型不行吗</a:t>
            </a:r>
            <a:br>
              <a:rPr lang="zh-CN" altLang="en-US">
                <a:ea typeface="SimSun" panose="02010600030101010101" pitchFamily="2" charset="-122"/>
              </a:rPr>
            </a:br>
            <a:r>
              <a:rPr lang="en-US" altLang="zh-CN">
                <a:ea typeface="SimSun" panose="02010600030101010101" pitchFamily="2" charset="-122"/>
              </a:rPr>
              <a:t>A</a:t>
            </a:r>
            <a:r>
              <a:rPr lang="zh-CN" altLang="en-US">
                <a:ea typeface="SimSun" panose="02010600030101010101" pitchFamily="2" charset="-122"/>
              </a:rPr>
              <a:t>：</a:t>
            </a:r>
            <a:r>
              <a:rPr lang="en-US" altLang="zh-CN">
                <a:ea typeface="SimSun" panose="02010600030101010101" pitchFamily="2" charset="-122"/>
              </a:rPr>
              <a:t>Classification models can recognize discrete gestures, such as opening and closing the hand. However, they do not directly provide continuous fingertip aperture information. This may limit the ability to reproduce natural human grasping movements.</a:t>
            </a:r>
            <a:br>
              <a:rPr lang="zh-CN" altLang="en-US">
                <a:ea typeface="SimSun" panose="02010600030101010101" pitchFamily="2" charset="-122"/>
              </a:rPr>
            </a:br>
            <a:br>
              <a:rPr lang="zh-CN" altLang="en-US">
                <a:ea typeface="SimSun" panose="02010600030101010101" pitchFamily="2" charset="-122"/>
              </a:rPr>
            </a:br>
            <a:br>
              <a:rPr lang="zh-CN" altLang="en-US">
                <a:ea typeface="SimSun" panose="02010600030101010101" pitchFamily="2" charset="-122"/>
              </a:rPr>
            </a:br>
            <a:endParaRPr lang="en-US" altLang="zh-CN"/>
          </a:p>
          <a:p>
            <a:pPr indent="0">
              <a:lnSpc>
                <a:spcPct val="90000"/>
              </a:lnSpc>
              <a:buFont typeface="Arial" panose="020B0604020202020204" pitchFamily="34" charset="0"/>
              <a:buNone/>
            </a:pPr>
            <a:endParaRPr lang="zh-CN" altLang="en-US">
              <a:ea typeface="SimSun" panose="02010600030101010101"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356235" y="739140"/>
            <a:ext cx="8431530" cy="4071620"/>
          </a:xfrm>
          <a:prstGeom prst="rect">
            <a:avLst/>
          </a:prstGeom>
        </p:spPr>
        <p:txBody>
          <a:bodyPr wrap="square">
            <a:spAutoFit/>
          </a:bodyPr>
          <a:p>
            <a:pPr indent="0">
              <a:lnSpc>
                <a:spcPct val="90000"/>
              </a:lnSpc>
              <a:buFont typeface="Arial" panose="020B0604020202020204" pitchFamily="34" charset="0"/>
              <a:buNone/>
            </a:pPr>
            <a:r>
              <a:rPr lang="en-US" altLang="zh-CN"/>
              <a:t>Q</a:t>
            </a:r>
            <a:r>
              <a:rPr lang="zh-CN" altLang="en-US">
                <a:ea typeface="SimSun" panose="02010600030101010101" pitchFamily="2" charset="-122"/>
              </a:rPr>
              <a:t>：</a:t>
            </a:r>
            <a:r>
              <a:rPr lang="en-US" altLang="zh-CN"/>
              <a:t>Why did you choose distance as the only input variable?</a:t>
            </a:r>
            <a:endParaRPr lang="en-US" altLang="zh-CN"/>
          </a:p>
          <a:p>
            <a:pPr indent="0">
              <a:lnSpc>
                <a:spcPct val="90000"/>
              </a:lnSpc>
              <a:buFont typeface="Arial" panose="020B0604020202020204" pitchFamily="34" charset="0"/>
              <a:buNone/>
            </a:pPr>
            <a:r>
              <a:rPr lang="en-US" altLang="zh-CN"/>
              <a:t>A</a:t>
            </a:r>
            <a:r>
              <a:rPr lang="zh-CN" altLang="en-US">
                <a:ea typeface="SimSun" panose="02010600030101010101" pitchFamily="2" charset="-122"/>
              </a:rPr>
              <a:t>：</a:t>
            </a:r>
            <a:r>
              <a:rPr lang="en-US" altLang="zh-CN">
                <a:ea typeface="SimSun" panose="02010600030101010101" pitchFamily="2" charset="-122"/>
              </a:rPr>
              <a:t>In my previous experiments, the camera was attached to the arm, using a relative coordinate system. However, the prediction performance was not satisfactory.</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Therefore, I tried fixing the camera in an absolute coordinate system, and the results improved significantly.</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In this setup, distance is a suitable input variable because it reflects how the hand approaches the object.</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The experimental results also suggest a nonlinear relationship between distance and fingertip aperture.</a:t>
            </a:r>
            <a:endParaRPr lang="en-US" altLang="zh-CN">
              <a:ea typeface="SimSun" panose="02010600030101010101" pitchFamily="2" charset="-122"/>
            </a:endParaRPr>
          </a:p>
          <a:p>
            <a:pPr indent="0">
              <a:lnSpc>
                <a:spcPct val="90000"/>
              </a:lnSpc>
              <a:buFont typeface="Arial" panose="020B0604020202020204" pitchFamily="34" charset="0"/>
              <a:buNone/>
            </a:pPr>
            <a:endParaRPr lang="en-US" altLang="zh-CN"/>
          </a:p>
          <a:p>
            <a:pPr indent="0">
              <a:lnSpc>
                <a:spcPct val="90000"/>
              </a:lnSpc>
              <a:buFont typeface="Arial" panose="020B0604020202020204" pitchFamily="34" charset="0"/>
              <a:buNone/>
            </a:pPr>
            <a:r>
              <a:rPr lang="en-US" altLang="zh-CN">
                <a:sym typeface="+mn-ea"/>
              </a:rPr>
              <a:t>Q</a:t>
            </a:r>
            <a:r>
              <a:rPr lang="zh-CN" altLang="en-US">
                <a:ea typeface="SimSun" panose="02010600030101010101" pitchFamily="2" charset="-122"/>
                <a:sym typeface="+mn-ea"/>
              </a:rPr>
              <a:t>：</a:t>
            </a:r>
            <a:r>
              <a:rPr lang="en-US" altLang="zh-CN"/>
              <a:t>R²</a:t>
            </a:r>
            <a:r>
              <a:rPr lang="zh-CN" altLang="en-US">
                <a:ea typeface="SimSun" panose="02010600030101010101" pitchFamily="2" charset="-122"/>
              </a:rPr>
              <a:t>是什么</a:t>
            </a:r>
            <a:endParaRPr lang="zh-CN" altLang="en-US">
              <a:ea typeface="SimSun" panose="02010600030101010101" pitchFamily="2" charset="-122"/>
            </a:endParaRPr>
          </a:p>
          <a:p>
            <a:pPr indent="0">
              <a:lnSpc>
                <a:spcPct val="90000"/>
              </a:lnSpc>
              <a:buFont typeface="Arial" panose="020B0604020202020204" pitchFamily="34" charset="0"/>
              <a:buNone/>
            </a:pPr>
            <a:endParaRPr lang="zh-CN" altLang="en-US">
              <a:ea typeface="SimSun" panose="02010600030101010101" pitchFamily="2" charset="-122"/>
            </a:endParaRPr>
          </a:p>
          <a:p>
            <a:pPr indent="0">
              <a:lnSpc>
                <a:spcPct val="90000"/>
              </a:lnSpc>
              <a:buFont typeface="Arial" panose="020B0604020202020204" pitchFamily="34" charset="0"/>
              <a:buNone/>
            </a:pPr>
            <a:r>
              <a:rPr lang="en-US" altLang="zh-CN">
                <a:ea typeface="SimSun" panose="02010600030101010101" pitchFamily="2" charset="-122"/>
              </a:rPr>
              <a:t>Q</a:t>
            </a:r>
            <a:r>
              <a:rPr lang="zh-CN" altLang="en-US">
                <a:ea typeface="SimSun" panose="02010600030101010101" pitchFamily="2" charset="-122"/>
              </a:rPr>
              <a:t>：为什么使用</a:t>
            </a:r>
            <a:r>
              <a:rPr lang="en-US" altLang="zh-CN">
                <a:ea typeface="SimSun" panose="02010600030101010101" pitchFamily="2" charset="-122"/>
              </a:rPr>
              <a:t>PX</a:t>
            </a:r>
            <a:r>
              <a:rPr lang="zh-CN" altLang="en-US">
                <a:ea typeface="SimSun" panose="02010600030101010101" pitchFamily="2" charset="-122"/>
              </a:rPr>
              <a:t>？不会有什么问题吗？</a:t>
            </a:r>
            <a:endParaRPr lang="zh-CN" altLang="en-US">
              <a:ea typeface="SimSun" panose="02010600030101010101" pitchFamily="2" charset="-122"/>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PS">
      <a:majorFont>
        <a:latin typeface="Times New Roman"/>
        <a:ea typeface="ＭＳ Ｐゴシック"/>
        <a:cs typeface=""/>
      </a:majorFont>
      <a:minorFont>
        <a:latin typeface="Times New Roman"/>
        <a:ea typeface="ＭＳ Ｐ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rgbClr val="14B8A6"/>
          </a:solidFill>
          <a:tailEnd type="triangle"/>
        </a:ln>
      </a:spPr>
      <a:bodyPr rtlCol="0" anchor="ctr"/>
      <a:lstStyle>
        <a:defPPr algn="ctr">
          <a:defRPr lang="zh-CN" altLang="en-US"/>
        </a:defPPr>
      </a:lstStyle>
      <a:style>
        <a:lnRef idx="2">
          <a:schemeClr val="accent1">
            <a:lumMod val="75000"/>
          </a:schemeClr>
        </a:lnRef>
        <a:fillRef idx="1">
          <a:schemeClr val="accent1"/>
        </a:fillRef>
        <a:effectRef idx="0">
          <a:srgbClr val="FFFFFF"/>
        </a:effectRef>
        <a:fontRef idx="minor">
          <a:schemeClr val="lt1"/>
        </a:fontRef>
      </a:style>
    </a:spDef>
    <a:lnDef>
      <a:spPr>
        <a:noFill/>
        <a:ln w="12700" cmpd="sng">
          <a:solidFill>
            <a:srgbClr val="F20000"/>
          </a:solidFill>
          <a:prstDash val="solid"/>
          <a:tailEnd type="arrow"/>
        </a:ln>
      </a:spPr>
      <a:bodyPr/>
      <a:lst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EEEA4EB4B1C87045B2C7B9E34AE6DFF4" ma:contentTypeVersion="19" ma:contentTypeDescription="新しいドキュメントを作成します。" ma:contentTypeScope="" ma:versionID="195f4af887e8b02337b1b142d1f847de">
  <xsd:schema xmlns:xsd="http://www.w3.org/2001/XMLSchema" xmlns:xs="http://www.w3.org/2001/XMLSchema" xmlns:p="http://schemas.microsoft.com/office/2006/metadata/properties" xmlns:ns2="c8a3c59a-3bb1-4ac4-8580-9b2ba74cfe5b" xmlns:ns3="56bf2a1e-b0f5-401e-a825-4d0cd333482d" targetNamespace="http://schemas.microsoft.com/office/2006/metadata/properties" ma:root="true" ma:fieldsID="81e6449237d2fc142489e0904e1e7166" ns2:_="" ns3:_="">
    <xsd:import namespace="c8a3c59a-3bb1-4ac4-8580-9b2ba74cfe5b"/>
    <xsd:import namespace="56bf2a1e-b0f5-401e-a825-4d0cd333482d"/>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Location" minOccurs="0"/>
                <xsd:element ref="ns2:MediaServiceGenerationTime" minOccurs="0"/>
                <xsd:element ref="ns2:MediaServiceEventHashCode"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8a3c59a-3bb1-4ac4-8580-9b2ba74cfe5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60da577d-8c11-42e1-9807-59d1f71190c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6bf2a1e-b0f5-401e-a825-4d0cd333482d" elementFormDefault="qualified">
    <xsd:import namespace="http://schemas.microsoft.com/office/2006/documentManagement/types"/>
    <xsd:import namespace="http://schemas.microsoft.com/office/infopath/2007/PartnerControls"/>
    <xsd:element name="SharedWithUsers" ma:index="18"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afb7adad-3fb7-4e7a-8b83-8b41f07d25c8}" ma:internalName="TaxCatchAll" ma:showField="CatchAllData" ma:web="56bf2a1e-b0f5-401e-a825-4d0cd333482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c8a3c59a-3bb1-4ac4-8580-9b2ba74cfe5b">
      <Terms xmlns="http://schemas.microsoft.com/office/infopath/2007/PartnerControls"/>
    </lcf76f155ced4ddcb4097134ff3c332f>
    <TaxCatchAll xmlns="56bf2a1e-b0f5-401e-a825-4d0cd333482d" xsi:nil="true"/>
  </documentManagement>
</p:properties>
</file>

<file path=customXml/itemProps1.xml><?xml version="1.0" encoding="utf-8"?>
<ds:datastoreItem xmlns:ds="http://schemas.openxmlformats.org/officeDocument/2006/customXml" ds:itemID="{0E5148B6-4531-42C7-8EF9-49C77F467C6E}">
  <ds:schemaRefs/>
</ds:datastoreItem>
</file>

<file path=customXml/itemProps2.xml><?xml version="1.0" encoding="utf-8"?>
<ds:datastoreItem xmlns:ds="http://schemas.openxmlformats.org/officeDocument/2006/customXml" ds:itemID="{9FF3F963-4824-4617-9390-F81F48A450C9}">
  <ds:schemaRefs/>
</ds:datastoreItem>
</file>

<file path=customXml/itemProps3.xml><?xml version="1.0" encoding="utf-8"?>
<ds:datastoreItem xmlns:ds="http://schemas.openxmlformats.org/officeDocument/2006/customXml" ds:itemID="{D3FA7E84-7FC5-4C41-A4F9-8872414BB2F4}">
  <ds:schemaRefs/>
</ds:datastoreItem>
</file>

<file path=docProps/app.xml><?xml version="1.0" encoding="utf-8"?>
<Properties xmlns="http://schemas.openxmlformats.org/officeDocument/2006/extended-properties" xmlns:vt="http://schemas.openxmlformats.org/officeDocument/2006/docPropsVTypes">
  <TotalTime>0</TotalTime>
  <Words>836</Words>
  <Application>WPS 演示</Application>
  <PresentationFormat>画面に合わせる (4:3)</PresentationFormat>
  <Paragraphs>16</Paragraphs>
  <Slides>2</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vt:i4>
      </vt:variant>
    </vt:vector>
  </HeadingPairs>
  <TitlesOfParts>
    <vt:vector size="11" baseType="lpstr">
      <vt:lpstr>Arial</vt:lpstr>
      <vt:lpstr>SimSun</vt:lpstr>
      <vt:lpstr>Wingdings</vt:lpstr>
      <vt:lpstr>Times New Roman</vt:lpstr>
      <vt:lpstr>Microsoft YaHei</vt:lpstr>
      <vt:lpstr>Arial Unicode MS</vt:lpstr>
      <vt:lpstr>MS PGothic</vt:lpstr>
      <vt:lpstr>Calibri</vt:lpstr>
      <vt:lpstr>Office テーマ</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24742101 石津七海</dc:creator>
  <cp:lastModifiedBy>down down down down down</cp:lastModifiedBy>
  <cp:revision>323</cp:revision>
  <dcterms:created xsi:type="dcterms:W3CDTF">2025-10-02T04:01:00Z</dcterms:created>
  <dcterms:modified xsi:type="dcterms:W3CDTF">2026-10-21T00:38:26Z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0x010100EEEA4EB4B1C87045B2C7B9E34AE6DFF4</vt:lpwstr>
  </property>
  <property fmtid="{D5CDD505-2E9C-101B-9397-08002B2CF9AE}" pid="3" name="ICV">
    <vt:lpwstr>B70015103C7249FE8210DA285DD4FDE3_12</vt:lpwstr>
  </property>
  <property fmtid="{D5CDD505-2E9C-101B-9397-08002B2CF9AE}" pid="4" name="KSOProductBuildVer">
    <vt:lpwstr>2052-12.1.0.29161</vt:lpwstr>
  </property>
</Properties>
</file>