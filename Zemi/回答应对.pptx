
<file path=[Content_Types].xml><?xml version="1.0" encoding="utf-8"?>
<Types xmlns="http://schemas.openxmlformats.org/package/2006/content-types">
  <Default Extension="xml" ContentType="application/xml"/>
  <Default Extension="rels" ContentType="application/vnd.openxmlformats-package.relationships+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4"/>
  </p:notesMasterIdLst>
  <p:sldIdLst>
    <p:sldId id="360" r:id="rId3"/>
    <p:sldId id="359" r:id="rId5"/>
  </p:sldIdLst>
  <p:sldSz cx="9144000" cy="6858000" type="screen4x3"/>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20000"/>
    <a:srgbClr val="FADB32"/>
    <a:srgbClr val="FCCA73"/>
    <a:srgbClr val="F59E0B"/>
    <a:srgbClr val="14B8A6"/>
    <a:srgbClr val="FFD700"/>
    <a:srgbClr val="FFB66F"/>
    <a:srgbClr val="FFE1C3"/>
    <a:srgbClr val="FABA67"/>
    <a:srgbClr val="FCF30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4" d="100"/>
          <a:sy n="104" d="100"/>
        </p:scale>
        <p:origin x="1140" y="11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customXml" Target="../customXml/item1.xml"/><Relationship Id="rId8" Type="http://schemas.openxmlformats.org/officeDocument/2006/relationships/tableStyles" Target="tableStyles.xml"/><Relationship Id="rId7" Type="http://schemas.openxmlformats.org/officeDocument/2006/relationships/viewProps" Target="viewProps.xml"/><Relationship Id="rId6" Type="http://schemas.openxmlformats.org/officeDocument/2006/relationships/presProps" Target="presProps.xml"/><Relationship Id="rId5" Type="http://schemas.openxmlformats.org/officeDocument/2006/relationships/slide" Target="slides/slide2.xml"/><Relationship Id="rId4" Type="http://schemas.openxmlformats.org/officeDocument/2006/relationships/notesMaster" Target="notesMasters/notesMaster1.xml"/><Relationship Id="rId3" Type="http://schemas.openxmlformats.org/officeDocument/2006/relationships/slide" Target="slides/slide1.xml"/><Relationship Id="rId2" Type="http://schemas.openxmlformats.org/officeDocument/2006/relationships/theme" Target="theme/theme1.xml"/><Relationship Id="rId11" Type="http://schemas.openxmlformats.org/officeDocument/2006/relationships/customXml" Target="../customXml/item3.xml"/><Relationship Id="rId10" Type="http://schemas.openxmlformats.org/officeDocument/2006/relationships/customXml" Target="../customXml/item2.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2A48B96-639E-45A3-A0BA-2464DFDB1FAA}" type="datetimeFigureOut">
              <a:rPr lang="zh-CN" altLang="en-US" smtClean="0"/>
            </a:fld>
            <a:endParaRPr lang="zh-CN" altLang="en-US"/>
          </a:p>
        </p:txBody>
      </p:sp>
      <p:sp>
        <p:nvSpPr>
          <p:cNvPr id="4" name="幻灯片图像占位符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6837353-30EB-4A48-80EB-173D804AEFBD}" type="slidenum">
              <a:rPr lang="zh-CN" altLang="en-US" smtClean="0"/>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idx="5"/>
          </p:nvPr>
        </p:nvSpPr>
        <p:spPr/>
        <p:txBody>
          <a:bodyPr/>
          <a:lstStyle/>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p:cNvSpPr>
            <a:spLocks noGrp="1"/>
          </p:cNvSpPr>
          <p:nvPr>
            <p:ph type="ctrTitle"/>
          </p:nvPr>
        </p:nvSpPr>
        <p:spPr>
          <a:xfrm>
            <a:off x="1143000" y="1122363"/>
            <a:ext cx="6858000" cy="2387600"/>
          </a:xfrm>
        </p:spPr>
        <p:txBody>
          <a:bodyPr anchor="b"/>
          <a:lstStyle>
            <a:lvl1pPr algn="ctr">
              <a:defRPr sz="4500"/>
            </a:lvl1pPr>
          </a:lstStyle>
          <a:p>
            <a:r>
              <a:rPr kumimoji="1" lang="ja-JP" altLang="en-US"/>
              <a:t>マスター タイトルの書式設定</a:t>
            </a:r>
            <a:endParaRPr kumimoji="1" lang="ja-JP" altLang="en-US"/>
          </a:p>
        </p:txBody>
      </p:sp>
      <p:sp>
        <p:nvSpPr>
          <p:cNvPr id="3" name="字幕 2"/>
          <p:cNvSpPr>
            <a:spLocks noGrp="1"/>
          </p:cNvSpPr>
          <p:nvPr>
            <p:ph type="subTitle" idx="1"/>
          </p:nvPr>
        </p:nvSpPr>
        <p:spPr>
          <a:xfrm>
            <a:off x="1143000" y="3602038"/>
            <a:ext cx="6858000" cy="1655762"/>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kumimoji="1" lang="ja-JP" altLang="en-US"/>
              <a:t>マスター サブタイトルの書式設定</a:t>
            </a:r>
            <a:endParaRPr kumimoji="1" lang="ja-JP" altLang="en-US"/>
          </a:p>
        </p:txBody>
      </p:sp>
      <p:sp>
        <p:nvSpPr>
          <p:cNvPr id="4" name="日付プレースホルダー 3"/>
          <p:cNvSpPr>
            <a:spLocks noGrp="1"/>
          </p:cNvSpPr>
          <p:nvPr>
            <p:ph type="dt" sz="half" idx="10"/>
          </p:nvPr>
        </p:nvSpPr>
        <p:spPr/>
        <p:txBody>
          <a:bodyPr/>
          <a:lstStyle/>
          <a:p>
            <a:fld id="{FF5312DB-8217-4BDF-B5AF-DC3A694F87D4}" type="datetimeFigureOut">
              <a:rPr kumimoji="1" lang="ja-JP" altLang="en-US" smtClean="0"/>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6F00E456-75B8-4C92-99E8-A0CAB60115A8}" type="slidenum">
              <a:rPr kumimoji="1" lang="ja-JP" altLang="en-US" smtClean="0"/>
            </a:fld>
            <a:endParaRPr kumimoji="1" lang="ja-JP" alt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a:t>マスター タイトルの書式設定</a:t>
            </a:r>
            <a:endParaRPr kumimoji="1" lang="ja-JP" altLang="en-US"/>
          </a:p>
        </p:txBody>
      </p:sp>
      <p:sp>
        <p:nvSpPr>
          <p:cNvPr id="3" name="コンテンツ プレースホルダー 2"/>
          <p:cNvSpPr>
            <a:spLocks noGrp="1"/>
          </p:cNvSpPr>
          <p:nvPr>
            <p:ph idx="1"/>
          </p:nvPr>
        </p:nvSpPr>
        <p:spPr/>
        <p:txBody>
          <a:bodyPr/>
          <a:lstStyle/>
          <a:p>
            <a:pPr lvl="0"/>
            <a:r>
              <a:rPr kumimoji="1" lang="ja-JP" altLang="en-US"/>
              <a:t>マスター テキストの書式設定</a:t>
            </a:r>
            <a:endParaRPr kumimoji="1" lang="ja-JP" altLang="en-US"/>
          </a:p>
          <a:p>
            <a:pPr lvl="1"/>
            <a:r>
              <a:rPr kumimoji="1" lang="ja-JP" altLang="en-US"/>
              <a:t>第 </a:t>
            </a:r>
            <a:r>
              <a:rPr kumimoji="1" lang="en-US" altLang="ja-JP"/>
              <a:t>2 </a:t>
            </a:r>
            <a:r>
              <a:rPr kumimoji="1" lang="ja-JP" altLang="en-US"/>
              <a:t>レベル</a:t>
            </a:r>
            <a:endParaRPr kumimoji="1" lang="ja-JP" altLang="en-US"/>
          </a:p>
          <a:p>
            <a:pPr lvl="2"/>
            <a:r>
              <a:rPr kumimoji="1" lang="ja-JP" altLang="en-US"/>
              <a:t>第 </a:t>
            </a:r>
            <a:r>
              <a:rPr kumimoji="1" lang="en-US" altLang="ja-JP"/>
              <a:t>3 </a:t>
            </a:r>
            <a:r>
              <a:rPr kumimoji="1" lang="ja-JP" altLang="en-US"/>
              <a:t>レベル</a:t>
            </a:r>
            <a:endParaRPr kumimoji="1" lang="ja-JP" altLang="en-US"/>
          </a:p>
          <a:p>
            <a:pPr lvl="3"/>
            <a:r>
              <a:rPr kumimoji="1" lang="ja-JP" altLang="en-US"/>
              <a:t>第 </a:t>
            </a:r>
            <a:r>
              <a:rPr kumimoji="1" lang="en-US" altLang="ja-JP"/>
              <a:t>4 </a:t>
            </a:r>
            <a:r>
              <a:rPr kumimoji="1" lang="ja-JP" altLang="en-US"/>
              <a:t>レベル</a:t>
            </a:r>
            <a:endParaRPr kumimoji="1" lang="ja-JP" altLang="en-US"/>
          </a:p>
          <a:p>
            <a:pPr lvl="4"/>
            <a:r>
              <a:rPr kumimoji="1" lang="ja-JP" altLang="en-US"/>
              <a:t>第 </a:t>
            </a:r>
            <a:r>
              <a:rPr kumimoji="1" lang="en-US" altLang="ja-JP"/>
              <a:t>5 </a:t>
            </a:r>
            <a:r>
              <a:rPr kumimoji="1" lang="ja-JP" altLang="en-US"/>
              <a:t>レベル</a:t>
            </a:r>
            <a:endParaRPr kumimoji="1" lang="ja-JP" altLang="en-US"/>
          </a:p>
        </p:txBody>
      </p:sp>
      <p:sp>
        <p:nvSpPr>
          <p:cNvPr id="4" name="日付プレースホルダー 3"/>
          <p:cNvSpPr>
            <a:spLocks noGrp="1"/>
          </p:cNvSpPr>
          <p:nvPr>
            <p:ph type="dt" sz="half" idx="10"/>
          </p:nvPr>
        </p:nvSpPr>
        <p:spPr/>
        <p:txBody>
          <a:bodyPr/>
          <a:lstStyle/>
          <a:p>
            <a:fld id="{FF5312DB-8217-4BDF-B5AF-DC3A694F87D4}" type="datetimeFigureOut">
              <a:rPr kumimoji="1" lang="ja-JP" altLang="en-US" smtClean="0"/>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6F00E456-75B8-4C92-99E8-A0CAB60115A8}" type="slidenum">
              <a:rPr kumimoji="1" lang="ja-JP" altLang="en-US" smtClean="0"/>
            </a:fld>
            <a:endParaRPr kumimoji="1" lang="ja-JP" alt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p:cNvSpPr>
            <a:spLocks noGrp="1"/>
          </p:cNvSpPr>
          <p:nvPr>
            <p:ph type="title"/>
          </p:nvPr>
        </p:nvSpPr>
        <p:spPr>
          <a:xfrm>
            <a:off x="623888" y="1709739"/>
            <a:ext cx="7886700" cy="2852737"/>
          </a:xfrm>
        </p:spPr>
        <p:txBody>
          <a:bodyPr anchor="b"/>
          <a:lstStyle>
            <a:lvl1pPr>
              <a:defRPr sz="4500"/>
            </a:lvl1pPr>
          </a:lstStyle>
          <a:p>
            <a:r>
              <a:rPr kumimoji="1" lang="ja-JP" altLang="en-US"/>
              <a:t>マスター タイトルの書式設定</a:t>
            </a:r>
            <a:endParaRPr kumimoji="1" lang="ja-JP" altLang="en-US"/>
          </a:p>
        </p:txBody>
      </p:sp>
      <p:sp>
        <p:nvSpPr>
          <p:cNvPr id="3" name="テキスト プレースホルダー 2"/>
          <p:cNvSpPr>
            <a:spLocks noGrp="1"/>
          </p:cNvSpPr>
          <p:nvPr>
            <p:ph type="body" idx="1"/>
          </p:nvPr>
        </p:nvSpPr>
        <p:spPr>
          <a:xfrm>
            <a:off x="623888" y="4589464"/>
            <a:ext cx="7886700" cy="1500187"/>
          </a:xfrm>
        </p:spPr>
        <p:txBody>
          <a:bodyPr/>
          <a:lstStyle>
            <a:lvl1pPr marL="0" indent="0">
              <a:buNone/>
              <a:defRPr sz="1800">
                <a:solidFill>
                  <a:schemeClr val="tx1">
                    <a:tint val="82000"/>
                  </a:schemeClr>
                </a:solidFill>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kumimoji="1" lang="ja-JP" altLang="en-US"/>
              <a:t>マスター テキストの書式設定</a:t>
            </a:r>
            <a:endParaRPr kumimoji="1" lang="ja-JP" altLang="en-US"/>
          </a:p>
        </p:txBody>
      </p:sp>
      <p:sp>
        <p:nvSpPr>
          <p:cNvPr id="4" name="日付プレースホルダー 3"/>
          <p:cNvSpPr>
            <a:spLocks noGrp="1"/>
          </p:cNvSpPr>
          <p:nvPr>
            <p:ph type="dt" sz="half" idx="10"/>
          </p:nvPr>
        </p:nvSpPr>
        <p:spPr/>
        <p:txBody>
          <a:bodyPr/>
          <a:lstStyle/>
          <a:p>
            <a:fld id="{FF5312DB-8217-4BDF-B5AF-DC3A694F87D4}" type="datetimeFigureOut">
              <a:rPr kumimoji="1" lang="ja-JP" altLang="en-US" smtClean="0"/>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6F00E456-75B8-4C92-99E8-A0CAB60115A8}" type="slidenum">
              <a:rPr kumimoji="1" lang="ja-JP" altLang="en-US" smtClean="0"/>
            </a:fld>
            <a:endParaRPr kumimoji="1" lang="ja-JP" alt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a:t>マスター タイトルの書式設定</a:t>
            </a:r>
            <a:endParaRPr kumimoji="1" lang="ja-JP" altLang="en-US"/>
          </a:p>
        </p:txBody>
      </p:sp>
      <p:sp>
        <p:nvSpPr>
          <p:cNvPr id="3" name="コンテンツ プレースホルダー 2"/>
          <p:cNvSpPr>
            <a:spLocks noGrp="1"/>
          </p:cNvSpPr>
          <p:nvPr>
            <p:ph sz="half" idx="1"/>
          </p:nvPr>
        </p:nvSpPr>
        <p:spPr>
          <a:xfrm>
            <a:off x="628650" y="1825625"/>
            <a:ext cx="3886200" cy="4351338"/>
          </a:xfrm>
        </p:spPr>
        <p:txBody>
          <a:bodyPr/>
          <a:lstStyle/>
          <a:p>
            <a:pPr lvl="0"/>
            <a:r>
              <a:rPr kumimoji="1" lang="ja-JP" altLang="en-US"/>
              <a:t>マスター テキストの書式設定</a:t>
            </a:r>
            <a:endParaRPr kumimoji="1" lang="ja-JP" altLang="en-US"/>
          </a:p>
          <a:p>
            <a:pPr lvl="1"/>
            <a:r>
              <a:rPr kumimoji="1" lang="ja-JP" altLang="en-US"/>
              <a:t>第 </a:t>
            </a:r>
            <a:r>
              <a:rPr kumimoji="1" lang="en-US" altLang="ja-JP"/>
              <a:t>2 </a:t>
            </a:r>
            <a:r>
              <a:rPr kumimoji="1" lang="ja-JP" altLang="en-US"/>
              <a:t>レベル</a:t>
            </a:r>
            <a:endParaRPr kumimoji="1" lang="ja-JP" altLang="en-US"/>
          </a:p>
          <a:p>
            <a:pPr lvl="2"/>
            <a:r>
              <a:rPr kumimoji="1" lang="ja-JP" altLang="en-US"/>
              <a:t>第 </a:t>
            </a:r>
            <a:r>
              <a:rPr kumimoji="1" lang="en-US" altLang="ja-JP"/>
              <a:t>3 </a:t>
            </a:r>
            <a:r>
              <a:rPr kumimoji="1" lang="ja-JP" altLang="en-US"/>
              <a:t>レベル</a:t>
            </a:r>
            <a:endParaRPr kumimoji="1" lang="ja-JP" altLang="en-US"/>
          </a:p>
          <a:p>
            <a:pPr lvl="3"/>
            <a:r>
              <a:rPr kumimoji="1" lang="ja-JP" altLang="en-US"/>
              <a:t>第 </a:t>
            </a:r>
            <a:r>
              <a:rPr kumimoji="1" lang="en-US" altLang="ja-JP"/>
              <a:t>4 </a:t>
            </a:r>
            <a:r>
              <a:rPr kumimoji="1" lang="ja-JP" altLang="en-US"/>
              <a:t>レベル</a:t>
            </a:r>
            <a:endParaRPr kumimoji="1" lang="ja-JP" altLang="en-US"/>
          </a:p>
          <a:p>
            <a:pPr lvl="4"/>
            <a:r>
              <a:rPr kumimoji="1" lang="ja-JP" altLang="en-US"/>
              <a:t>第 </a:t>
            </a:r>
            <a:r>
              <a:rPr kumimoji="1" lang="en-US" altLang="ja-JP"/>
              <a:t>5 </a:t>
            </a:r>
            <a:r>
              <a:rPr kumimoji="1" lang="ja-JP" altLang="en-US"/>
              <a:t>レベル</a:t>
            </a:r>
            <a:endParaRPr kumimoji="1" lang="ja-JP" altLang="en-US"/>
          </a:p>
        </p:txBody>
      </p:sp>
      <p:sp>
        <p:nvSpPr>
          <p:cNvPr id="4" name="コンテンツ プレースホルダー 3"/>
          <p:cNvSpPr>
            <a:spLocks noGrp="1"/>
          </p:cNvSpPr>
          <p:nvPr>
            <p:ph sz="half" idx="2"/>
          </p:nvPr>
        </p:nvSpPr>
        <p:spPr>
          <a:xfrm>
            <a:off x="4629150" y="1825625"/>
            <a:ext cx="3886200" cy="4351338"/>
          </a:xfrm>
        </p:spPr>
        <p:txBody>
          <a:bodyPr/>
          <a:lstStyle/>
          <a:p>
            <a:pPr lvl="0"/>
            <a:r>
              <a:rPr kumimoji="1" lang="ja-JP" altLang="en-US"/>
              <a:t>マスター テキストの書式設定</a:t>
            </a:r>
            <a:endParaRPr kumimoji="1" lang="ja-JP" altLang="en-US"/>
          </a:p>
          <a:p>
            <a:pPr lvl="1"/>
            <a:r>
              <a:rPr kumimoji="1" lang="ja-JP" altLang="en-US"/>
              <a:t>第 </a:t>
            </a:r>
            <a:r>
              <a:rPr kumimoji="1" lang="en-US" altLang="ja-JP"/>
              <a:t>2 </a:t>
            </a:r>
            <a:r>
              <a:rPr kumimoji="1" lang="ja-JP" altLang="en-US"/>
              <a:t>レベル</a:t>
            </a:r>
            <a:endParaRPr kumimoji="1" lang="ja-JP" altLang="en-US"/>
          </a:p>
          <a:p>
            <a:pPr lvl="2"/>
            <a:r>
              <a:rPr kumimoji="1" lang="ja-JP" altLang="en-US"/>
              <a:t>第 </a:t>
            </a:r>
            <a:r>
              <a:rPr kumimoji="1" lang="en-US" altLang="ja-JP"/>
              <a:t>3 </a:t>
            </a:r>
            <a:r>
              <a:rPr kumimoji="1" lang="ja-JP" altLang="en-US"/>
              <a:t>レベル</a:t>
            </a:r>
            <a:endParaRPr kumimoji="1" lang="ja-JP" altLang="en-US"/>
          </a:p>
          <a:p>
            <a:pPr lvl="3"/>
            <a:r>
              <a:rPr kumimoji="1" lang="ja-JP" altLang="en-US"/>
              <a:t>第 </a:t>
            </a:r>
            <a:r>
              <a:rPr kumimoji="1" lang="en-US" altLang="ja-JP"/>
              <a:t>4 </a:t>
            </a:r>
            <a:r>
              <a:rPr kumimoji="1" lang="ja-JP" altLang="en-US"/>
              <a:t>レベル</a:t>
            </a:r>
            <a:endParaRPr kumimoji="1" lang="ja-JP" altLang="en-US"/>
          </a:p>
          <a:p>
            <a:pPr lvl="4"/>
            <a:r>
              <a:rPr kumimoji="1" lang="ja-JP" altLang="en-US"/>
              <a:t>第 </a:t>
            </a:r>
            <a:r>
              <a:rPr kumimoji="1" lang="en-US" altLang="ja-JP"/>
              <a:t>5 </a:t>
            </a:r>
            <a:r>
              <a:rPr kumimoji="1" lang="ja-JP" altLang="en-US"/>
              <a:t>レベル</a:t>
            </a:r>
            <a:endParaRPr kumimoji="1" lang="ja-JP" altLang="en-US"/>
          </a:p>
        </p:txBody>
      </p:sp>
      <p:sp>
        <p:nvSpPr>
          <p:cNvPr id="5" name="日付プレースホルダー 4"/>
          <p:cNvSpPr>
            <a:spLocks noGrp="1"/>
          </p:cNvSpPr>
          <p:nvPr>
            <p:ph type="dt" sz="half" idx="10"/>
          </p:nvPr>
        </p:nvSpPr>
        <p:spPr/>
        <p:txBody>
          <a:bodyPr/>
          <a:lstStyle/>
          <a:p>
            <a:fld id="{FF5312DB-8217-4BDF-B5AF-DC3A694F87D4}" type="datetimeFigureOut">
              <a:rPr kumimoji="1" lang="ja-JP" altLang="en-US" smtClean="0"/>
            </a:fld>
            <a:endParaRPr kumimoji="1" lang="ja-JP" altLang="en-US"/>
          </a:p>
        </p:txBody>
      </p:sp>
      <p:sp>
        <p:nvSpPr>
          <p:cNvPr id="6" name="フッター プレースホルダー 5"/>
          <p:cNvSpPr>
            <a:spLocks noGrp="1"/>
          </p:cNvSpPr>
          <p:nvPr>
            <p:ph type="ftr" sz="quarter" idx="11"/>
          </p:nvPr>
        </p:nvSpPr>
        <p:spPr/>
        <p:txBody>
          <a:bodyPr/>
          <a:lstStyle/>
          <a:p>
            <a:endParaRPr kumimoji="1" lang="ja-JP" altLang="en-US"/>
          </a:p>
        </p:txBody>
      </p:sp>
      <p:sp>
        <p:nvSpPr>
          <p:cNvPr id="7" name="スライド番号プレースホルダー 6"/>
          <p:cNvSpPr>
            <a:spLocks noGrp="1"/>
          </p:cNvSpPr>
          <p:nvPr>
            <p:ph type="sldNum" sz="quarter" idx="12"/>
          </p:nvPr>
        </p:nvSpPr>
        <p:spPr/>
        <p:txBody>
          <a:bodyPr/>
          <a:lstStyle/>
          <a:p>
            <a:fld id="{6F00E456-75B8-4C92-99E8-A0CAB60115A8}" type="slidenum">
              <a:rPr kumimoji="1" lang="ja-JP" altLang="en-US" smtClean="0"/>
            </a:fld>
            <a:endParaRPr kumimoji="1" lang="ja-JP"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p:cNvSpPr>
            <a:spLocks noGrp="1"/>
          </p:cNvSpPr>
          <p:nvPr>
            <p:ph type="title"/>
          </p:nvPr>
        </p:nvSpPr>
        <p:spPr>
          <a:xfrm>
            <a:off x="629841" y="365126"/>
            <a:ext cx="7886700" cy="1325563"/>
          </a:xfrm>
        </p:spPr>
        <p:txBody>
          <a:bodyPr/>
          <a:lstStyle/>
          <a:p>
            <a:r>
              <a:rPr kumimoji="1" lang="ja-JP" altLang="en-US"/>
              <a:t>マスター タイトルの書式設定</a:t>
            </a:r>
            <a:endParaRPr kumimoji="1" lang="ja-JP" altLang="en-US"/>
          </a:p>
        </p:txBody>
      </p:sp>
      <p:sp>
        <p:nvSpPr>
          <p:cNvPr id="3" name="テキスト プレースホルダー 2"/>
          <p:cNvSpPr>
            <a:spLocks noGrp="1"/>
          </p:cNvSpPr>
          <p:nvPr>
            <p:ph type="body" idx="1"/>
          </p:nvPr>
        </p:nvSpPr>
        <p:spPr>
          <a:xfrm>
            <a:off x="629842" y="1681163"/>
            <a:ext cx="3868340"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kumimoji="1" lang="ja-JP" altLang="en-US"/>
              <a:t>マスター テキストの書式設定</a:t>
            </a:r>
            <a:endParaRPr kumimoji="1" lang="ja-JP" altLang="en-US"/>
          </a:p>
        </p:txBody>
      </p:sp>
      <p:sp>
        <p:nvSpPr>
          <p:cNvPr id="4" name="コンテンツ プレースホルダー 3"/>
          <p:cNvSpPr>
            <a:spLocks noGrp="1"/>
          </p:cNvSpPr>
          <p:nvPr>
            <p:ph sz="half" idx="2"/>
          </p:nvPr>
        </p:nvSpPr>
        <p:spPr>
          <a:xfrm>
            <a:off x="629842" y="2505075"/>
            <a:ext cx="3868340" cy="3684588"/>
          </a:xfrm>
        </p:spPr>
        <p:txBody>
          <a:bodyPr/>
          <a:lstStyle/>
          <a:p>
            <a:pPr lvl="0"/>
            <a:r>
              <a:rPr kumimoji="1" lang="ja-JP" altLang="en-US"/>
              <a:t>マスター テキストの書式設定</a:t>
            </a:r>
            <a:endParaRPr kumimoji="1" lang="ja-JP" altLang="en-US"/>
          </a:p>
          <a:p>
            <a:pPr lvl="1"/>
            <a:r>
              <a:rPr kumimoji="1" lang="ja-JP" altLang="en-US"/>
              <a:t>第 </a:t>
            </a:r>
            <a:r>
              <a:rPr kumimoji="1" lang="en-US" altLang="ja-JP"/>
              <a:t>2 </a:t>
            </a:r>
            <a:r>
              <a:rPr kumimoji="1" lang="ja-JP" altLang="en-US"/>
              <a:t>レベル</a:t>
            </a:r>
            <a:endParaRPr kumimoji="1" lang="ja-JP" altLang="en-US"/>
          </a:p>
          <a:p>
            <a:pPr lvl="2"/>
            <a:r>
              <a:rPr kumimoji="1" lang="ja-JP" altLang="en-US"/>
              <a:t>第 </a:t>
            </a:r>
            <a:r>
              <a:rPr kumimoji="1" lang="en-US" altLang="ja-JP"/>
              <a:t>3 </a:t>
            </a:r>
            <a:r>
              <a:rPr kumimoji="1" lang="ja-JP" altLang="en-US"/>
              <a:t>レベル</a:t>
            </a:r>
            <a:endParaRPr kumimoji="1" lang="ja-JP" altLang="en-US"/>
          </a:p>
          <a:p>
            <a:pPr lvl="3"/>
            <a:r>
              <a:rPr kumimoji="1" lang="ja-JP" altLang="en-US"/>
              <a:t>第 </a:t>
            </a:r>
            <a:r>
              <a:rPr kumimoji="1" lang="en-US" altLang="ja-JP"/>
              <a:t>4 </a:t>
            </a:r>
            <a:r>
              <a:rPr kumimoji="1" lang="ja-JP" altLang="en-US"/>
              <a:t>レベル</a:t>
            </a:r>
            <a:endParaRPr kumimoji="1" lang="ja-JP" altLang="en-US"/>
          </a:p>
          <a:p>
            <a:pPr lvl="4"/>
            <a:r>
              <a:rPr kumimoji="1" lang="ja-JP" altLang="en-US"/>
              <a:t>第 </a:t>
            </a:r>
            <a:r>
              <a:rPr kumimoji="1" lang="en-US" altLang="ja-JP"/>
              <a:t>5 </a:t>
            </a:r>
            <a:r>
              <a:rPr kumimoji="1" lang="ja-JP" altLang="en-US"/>
              <a:t>レベル</a:t>
            </a:r>
            <a:endParaRPr kumimoji="1" lang="ja-JP" altLang="en-US"/>
          </a:p>
        </p:txBody>
      </p:sp>
      <p:sp>
        <p:nvSpPr>
          <p:cNvPr id="5" name="テキスト プレースホルダー 4"/>
          <p:cNvSpPr>
            <a:spLocks noGrp="1"/>
          </p:cNvSpPr>
          <p:nvPr>
            <p:ph type="body" sz="quarter" idx="3"/>
          </p:nvPr>
        </p:nvSpPr>
        <p:spPr>
          <a:xfrm>
            <a:off x="4629150" y="1681163"/>
            <a:ext cx="3887391"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kumimoji="1" lang="ja-JP" altLang="en-US"/>
              <a:t>マスター テキストの書式設定</a:t>
            </a:r>
            <a:endParaRPr kumimoji="1" lang="ja-JP" altLang="en-US"/>
          </a:p>
        </p:txBody>
      </p:sp>
      <p:sp>
        <p:nvSpPr>
          <p:cNvPr id="6" name="コンテンツ プレースホルダー 5"/>
          <p:cNvSpPr>
            <a:spLocks noGrp="1"/>
          </p:cNvSpPr>
          <p:nvPr>
            <p:ph sz="quarter" idx="4"/>
          </p:nvPr>
        </p:nvSpPr>
        <p:spPr>
          <a:xfrm>
            <a:off x="4629150" y="2505075"/>
            <a:ext cx="3887391" cy="3684588"/>
          </a:xfrm>
        </p:spPr>
        <p:txBody>
          <a:bodyPr/>
          <a:lstStyle/>
          <a:p>
            <a:pPr lvl="0"/>
            <a:r>
              <a:rPr kumimoji="1" lang="ja-JP" altLang="en-US"/>
              <a:t>マスター テキストの書式設定</a:t>
            </a:r>
            <a:endParaRPr kumimoji="1" lang="ja-JP" altLang="en-US"/>
          </a:p>
          <a:p>
            <a:pPr lvl="1"/>
            <a:r>
              <a:rPr kumimoji="1" lang="ja-JP" altLang="en-US"/>
              <a:t>第 </a:t>
            </a:r>
            <a:r>
              <a:rPr kumimoji="1" lang="en-US" altLang="ja-JP"/>
              <a:t>2 </a:t>
            </a:r>
            <a:r>
              <a:rPr kumimoji="1" lang="ja-JP" altLang="en-US"/>
              <a:t>レベル</a:t>
            </a:r>
            <a:endParaRPr kumimoji="1" lang="ja-JP" altLang="en-US"/>
          </a:p>
          <a:p>
            <a:pPr lvl="2"/>
            <a:r>
              <a:rPr kumimoji="1" lang="ja-JP" altLang="en-US"/>
              <a:t>第 </a:t>
            </a:r>
            <a:r>
              <a:rPr kumimoji="1" lang="en-US" altLang="ja-JP"/>
              <a:t>3 </a:t>
            </a:r>
            <a:r>
              <a:rPr kumimoji="1" lang="ja-JP" altLang="en-US"/>
              <a:t>レベル</a:t>
            </a:r>
            <a:endParaRPr kumimoji="1" lang="ja-JP" altLang="en-US"/>
          </a:p>
          <a:p>
            <a:pPr lvl="3"/>
            <a:r>
              <a:rPr kumimoji="1" lang="ja-JP" altLang="en-US"/>
              <a:t>第 </a:t>
            </a:r>
            <a:r>
              <a:rPr kumimoji="1" lang="en-US" altLang="ja-JP"/>
              <a:t>4 </a:t>
            </a:r>
            <a:r>
              <a:rPr kumimoji="1" lang="ja-JP" altLang="en-US"/>
              <a:t>レベル</a:t>
            </a:r>
            <a:endParaRPr kumimoji="1" lang="ja-JP" altLang="en-US"/>
          </a:p>
          <a:p>
            <a:pPr lvl="4"/>
            <a:r>
              <a:rPr kumimoji="1" lang="ja-JP" altLang="en-US"/>
              <a:t>第 </a:t>
            </a:r>
            <a:r>
              <a:rPr kumimoji="1" lang="en-US" altLang="ja-JP"/>
              <a:t>5 </a:t>
            </a:r>
            <a:r>
              <a:rPr kumimoji="1" lang="ja-JP" altLang="en-US"/>
              <a:t>レベル</a:t>
            </a:r>
            <a:endParaRPr kumimoji="1" lang="ja-JP" altLang="en-US"/>
          </a:p>
        </p:txBody>
      </p:sp>
      <p:sp>
        <p:nvSpPr>
          <p:cNvPr id="7" name="日付プレースホルダー 6"/>
          <p:cNvSpPr>
            <a:spLocks noGrp="1"/>
          </p:cNvSpPr>
          <p:nvPr>
            <p:ph type="dt" sz="half" idx="10"/>
          </p:nvPr>
        </p:nvSpPr>
        <p:spPr/>
        <p:txBody>
          <a:bodyPr/>
          <a:lstStyle/>
          <a:p>
            <a:fld id="{FF5312DB-8217-4BDF-B5AF-DC3A694F87D4}" type="datetimeFigureOut">
              <a:rPr kumimoji="1" lang="ja-JP" altLang="en-US" smtClean="0"/>
            </a:fld>
            <a:endParaRPr kumimoji="1" lang="ja-JP" altLang="en-US"/>
          </a:p>
        </p:txBody>
      </p:sp>
      <p:sp>
        <p:nvSpPr>
          <p:cNvPr id="8" name="フッター プレースホルダー 7"/>
          <p:cNvSpPr>
            <a:spLocks noGrp="1"/>
          </p:cNvSpPr>
          <p:nvPr>
            <p:ph type="ftr" sz="quarter" idx="11"/>
          </p:nvPr>
        </p:nvSpPr>
        <p:spPr/>
        <p:txBody>
          <a:bodyPr/>
          <a:lstStyle/>
          <a:p>
            <a:endParaRPr kumimoji="1" lang="ja-JP" altLang="en-US"/>
          </a:p>
        </p:txBody>
      </p:sp>
      <p:sp>
        <p:nvSpPr>
          <p:cNvPr id="9" name="スライド番号プレースホルダー 8"/>
          <p:cNvSpPr>
            <a:spLocks noGrp="1"/>
          </p:cNvSpPr>
          <p:nvPr>
            <p:ph type="sldNum" sz="quarter" idx="12"/>
          </p:nvPr>
        </p:nvSpPr>
        <p:spPr/>
        <p:txBody>
          <a:bodyPr/>
          <a:lstStyle/>
          <a:p>
            <a:fld id="{6F00E456-75B8-4C92-99E8-A0CAB60115A8}" type="slidenum">
              <a:rPr kumimoji="1" lang="ja-JP" altLang="en-US" smtClean="0"/>
            </a:fld>
            <a:endParaRPr kumimoji="1" lang="ja-JP" alt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p:cNvSpPr>
            <a:spLocks noGrp="1"/>
          </p:cNvSpPr>
          <p:nvPr>
            <p:ph type="title"/>
          </p:nvPr>
        </p:nvSpPr>
        <p:spPr>
          <a:xfrm>
            <a:off x="205954" y="94797"/>
            <a:ext cx="7886700" cy="488889"/>
          </a:xfrm>
        </p:spPr>
        <p:txBody>
          <a:bodyPr>
            <a:normAutofit/>
          </a:bodyPr>
          <a:lstStyle>
            <a:lvl1pPr>
              <a:defRPr sz="2800"/>
            </a:lvl1pPr>
          </a:lstStyle>
          <a:p>
            <a:r>
              <a:rPr kumimoji="1" lang="ja-JP" altLang="en-US"/>
              <a:t>マスター タイトルの書式設定</a:t>
            </a:r>
            <a:endParaRPr kumimoji="1" lang="ja-JP" altLang="en-US"/>
          </a:p>
        </p:txBody>
      </p:sp>
      <p:sp>
        <p:nvSpPr>
          <p:cNvPr id="3" name="日付プレースホルダー 2"/>
          <p:cNvSpPr>
            <a:spLocks noGrp="1"/>
          </p:cNvSpPr>
          <p:nvPr>
            <p:ph type="dt" sz="half" idx="10"/>
          </p:nvPr>
        </p:nvSpPr>
        <p:spPr/>
        <p:txBody>
          <a:bodyPr/>
          <a:lstStyle/>
          <a:p>
            <a:fld id="{FF5312DB-8217-4BDF-B5AF-DC3A694F87D4}" type="datetimeFigureOut">
              <a:rPr kumimoji="1" lang="ja-JP" altLang="en-US" smtClean="0"/>
            </a:fld>
            <a:endParaRPr kumimoji="1" lang="ja-JP" altLang="en-US"/>
          </a:p>
        </p:txBody>
      </p:sp>
      <p:sp>
        <p:nvSpPr>
          <p:cNvPr id="4" name="フッター プレースホルダー 3"/>
          <p:cNvSpPr>
            <a:spLocks noGrp="1"/>
          </p:cNvSpPr>
          <p:nvPr>
            <p:ph type="ftr" sz="quarter" idx="11"/>
          </p:nvPr>
        </p:nvSpPr>
        <p:spPr/>
        <p:txBody>
          <a:bodyPr/>
          <a:lstStyle/>
          <a:p>
            <a:endParaRPr kumimoji="1" lang="ja-JP" altLang="en-US"/>
          </a:p>
        </p:txBody>
      </p:sp>
      <p:cxnSp>
        <p:nvCxnSpPr>
          <p:cNvPr id="7" name="直線コネクタ 6"/>
          <p:cNvCxnSpPr/>
          <p:nvPr userDrawn="1"/>
        </p:nvCxnSpPr>
        <p:spPr>
          <a:xfrm>
            <a:off x="171450" y="94086"/>
            <a:ext cx="0" cy="489600"/>
          </a:xfrm>
          <a:prstGeom prst="line">
            <a:avLst/>
          </a:prstGeom>
          <a:ln w="57150">
            <a:solidFill>
              <a:schemeClr val="accent1">
                <a:lumMod val="75000"/>
              </a:schemeClr>
            </a:solidFill>
          </a:ln>
        </p:spPr>
        <p:style>
          <a:lnRef idx="2">
            <a:schemeClr val="accent1"/>
          </a:lnRef>
          <a:fillRef idx="0">
            <a:schemeClr val="accent1"/>
          </a:fillRef>
          <a:effectRef idx="1">
            <a:schemeClr val="accent1"/>
          </a:effectRef>
          <a:fontRef idx="minor">
            <a:schemeClr val="tx1"/>
          </a:fontRef>
        </p:style>
      </p:cxnSp>
      <p:sp>
        <p:nvSpPr>
          <p:cNvPr id="5" name="スライド番号プレースホルダー 4"/>
          <p:cNvSpPr>
            <a:spLocks noGrp="1"/>
          </p:cNvSpPr>
          <p:nvPr>
            <p:ph type="sldNum" sz="quarter" idx="12"/>
          </p:nvPr>
        </p:nvSpPr>
        <p:spPr>
          <a:xfrm>
            <a:off x="7063954" y="6574305"/>
            <a:ext cx="2057400" cy="365125"/>
          </a:xfrm>
        </p:spPr>
        <p:txBody>
          <a:bodyPr/>
          <a:lstStyle>
            <a:lvl1pPr>
              <a:defRPr sz="1400">
                <a:solidFill>
                  <a:schemeClr val="accent1">
                    <a:lumMod val="75000"/>
                  </a:schemeClr>
                </a:solidFill>
              </a:defRPr>
            </a:lvl1pPr>
          </a:lstStyle>
          <a:p>
            <a:fld id="{6F00E456-75B8-4C92-99E8-A0CAB60115A8}" type="slidenum">
              <a:rPr lang="ja-JP" altLang="en-US" smtClean="0"/>
            </a:fld>
            <a:endParaRPr lang="ja-JP" alt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p:cNvSpPr>
            <a:spLocks noGrp="1"/>
          </p:cNvSpPr>
          <p:nvPr>
            <p:ph type="dt" sz="half" idx="10"/>
          </p:nvPr>
        </p:nvSpPr>
        <p:spPr/>
        <p:txBody>
          <a:bodyPr/>
          <a:lstStyle/>
          <a:p>
            <a:fld id="{FF5312DB-8217-4BDF-B5AF-DC3A694F87D4}" type="datetimeFigureOut">
              <a:rPr kumimoji="1" lang="ja-JP" altLang="en-US" smtClean="0"/>
            </a:fld>
            <a:endParaRPr kumimoji="1" lang="ja-JP" altLang="en-US"/>
          </a:p>
        </p:txBody>
      </p:sp>
      <p:sp>
        <p:nvSpPr>
          <p:cNvPr id="3" name="フッター プレースホルダー 2"/>
          <p:cNvSpPr>
            <a:spLocks noGrp="1"/>
          </p:cNvSpPr>
          <p:nvPr>
            <p:ph type="ftr" sz="quarter" idx="11"/>
          </p:nvPr>
        </p:nvSpPr>
        <p:spPr/>
        <p:txBody>
          <a:bodyPr/>
          <a:lstStyle/>
          <a:p>
            <a:endParaRPr kumimoji="1" lang="ja-JP" altLang="en-US"/>
          </a:p>
        </p:txBody>
      </p:sp>
      <p:sp>
        <p:nvSpPr>
          <p:cNvPr id="4" name="スライド番号プレースホルダー 3"/>
          <p:cNvSpPr>
            <a:spLocks noGrp="1"/>
          </p:cNvSpPr>
          <p:nvPr>
            <p:ph type="sldNum" sz="quarter" idx="12"/>
          </p:nvPr>
        </p:nvSpPr>
        <p:spPr/>
        <p:txBody>
          <a:bodyPr/>
          <a:lstStyle/>
          <a:p>
            <a:fld id="{6F00E456-75B8-4C92-99E8-A0CAB60115A8}" type="slidenum">
              <a:rPr kumimoji="1" lang="ja-JP" altLang="en-US" smtClean="0"/>
            </a:fld>
            <a:endParaRPr kumimoji="1" lang="ja-JP" alt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p:cNvSpPr>
            <a:spLocks noGrp="1"/>
          </p:cNvSpPr>
          <p:nvPr>
            <p:ph type="title"/>
          </p:nvPr>
        </p:nvSpPr>
        <p:spPr>
          <a:xfrm>
            <a:off x="629841" y="457200"/>
            <a:ext cx="2949178" cy="1600200"/>
          </a:xfrm>
        </p:spPr>
        <p:txBody>
          <a:bodyPr anchor="b"/>
          <a:lstStyle>
            <a:lvl1pPr>
              <a:defRPr sz="2400"/>
            </a:lvl1pPr>
          </a:lstStyle>
          <a:p>
            <a:r>
              <a:rPr kumimoji="1" lang="ja-JP" altLang="en-US"/>
              <a:t>マスター タイトルの書式設定</a:t>
            </a:r>
            <a:endParaRPr kumimoji="1" lang="ja-JP" altLang="en-US"/>
          </a:p>
        </p:txBody>
      </p:sp>
      <p:sp>
        <p:nvSpPr>
          <p:cNvPr id="3" name="コンテンツ プレースホルダー 2"/>
          <p:cNvSpPr>
            <a:spLocks noGrp="1"/>
          </p:cNvSpPr>
          <p:nvPr>
            <p:ph idx="1"/>
          </p:nvPr>
        </p:nvSpPr>
        <p:spPr>
          <a:xfrm>
            <a:off x="3887391" y="987426"/>
            <a:ext cx="4629150" cy="487362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kumimoji="1" lang="ja-JP" altLang="en-US"/>
              <a:t>マスター テキストの書式設定</a:t>
            </a:r>
            <a:endParaRPr kumimoji="1" lang="ja-JP" altLang="en-US"/>
          </a:p>
          <a:p>
            <a:pPr lvl="1"/>
            <a:r>
              <a:rPr kumimoji="1" lang="ja-JP" altLang="en-US"/>
              <a:t>第 </a:t>
            </a:r>
            <a:r>
              <a:rPr kumimoji="1" lang="en-US" altLang="ja-JP"/>
              <a:t>2 </a:t>
            </a:r>
            <a:r>
              <a:rPr kumimoji="1" lang="ja-JP" altLang="en-US"/>
              <a:t>レベル</a:t>
            </a:r>
            <a:endParaRPr kumimoji="1" lang="ja-JP" altLang="en-US"/>
          </a:p>
          <a:p>
            <a:pPr lvl="2"/>
            <a:r>
              <a:rPr kumimoji="1" lang="ja-JP" altLang="en-US"/>
              <a:t>第 </a:t>
            </a:r>
            <a:r>
              <a:rPr kumimoji="1" lang="en-US" altLang="ja-JP"/>
              <a:t>3 </a:t>
            </a:r>
            <a:r>
              <a:rPr kumimoji="1" lang="ja-JP" altLang="en-US"/>
              <a:t>レベル</a:t>
            </a:r>
            <a:endParaRPr kumimoji="1" lang="ja-JP" altLang="en-US"/>
          </a:p>
          <a:p>
            <a:pPr lvl="3"/>
            <a:r>
              <a:rPr kumimoji="1" lang="ja-JP" altLang="en-US"/>
              <a:t>第 </a:t>
            </a:r>
            <a:r>
              <a:rPr kumimoji="1" lang="en-US" altLang="ja-JP"/>
              <a:t>4 </a:t>
            </a:r>
            <a:r>
              <a:rPr kumimoji="1" lang="ja-JP" altLang="en-US"/>
              <a:t>レベル</a:t>
            </a:r>
            <a:endParaRPr kumimoji="1" lang="ja-JP" altLang="en-US"/>
          </a:p>
          <a:p>
            <a:pPr lvl="4"/>
            <a:r>
              <a:rPr kumimoji="1" lang="ja-JP" altLang="en-US"/>
              <a:t>第 </a:t>
            </a:r>
            <a:r>
              <a:rPr kumimoji="1" lang="en-US" altLang="ja-JP"/>
              <a:t>5 </a:t>
            </a:r>
            <a:r>
              <a:rPr kumimoji="1" lang="ja-JP" altLang="en-US"/>
              <a:t>レベル</a:t>
            </a:r>
            <a:endParaRPr kumimoji="1" lang="ja-JP" altLang="en-US"/>
          </a:p>
        </p:txBody>
      </p:sp>
      <p:sp>
        <p:nvSpPr>
          <p:cNvPr id="4" name="テキスト プレースホルダー 3"/>
          <p:cNvSpPr>
            <a:spLocks noGrp="1"/>
          </p:cNvSpPr>
          <p:nvPr>
            <p:ph type="body" sz="half" idx="2"/>
          </p:nvPr>
        </p:nvSpPr>
        <p:spPr>
          <a:xfrm>
            <a:off x="629841" y="2057400"/>
            <a:ext cx="2949178"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kumimoji="1" lang="ja-JP" altLang="en-US"/>
              <a:t>マスター テキストの書式設定</a:t>
            </a:r>
            <a:endParaRPr kumimoji="1" lang="ja-JP" altLang="en-US"/>
          </a:p>
        </p:txBody>
      </p:sp>
      <p:sp>
        <p:nvSpPr>
          <p:cNvPr id="5" name="日付プレースホルダー 4"/>
          <p:cNvSpPr>
            <a:spLocks noGrp="1"/>
          </p:cNvSpPr>
          <p:nvPr>
            <p:ph type="dt" sz="half" idx="10"/>
          </p:nvPr>
        </p:nvSpPr>
        <p:spPr/>
        <p:txBody>
          <a:bodyPr/>
          <a:lstStyle/>
          <a:p>
            <a:fld id="{FF5312DB-8217-4BDF-B5AF-DC3A694F87D4}" type="datetimeFigureOut">
              <a:rPr kumimoji="1" lang="ja-JP" altLang="en-US" smtClean="0"/>
            </a:fld>
            <a:endParaRPr kumimoji="1" lang="ja-JP" altLang="en-US"/>
          </a:p>
        </p:txBody>
      </p:sp>
      <p:sp>
        <p:nvSpPr>
          <p:cNvPr id="6" name="フッター プレースホルダー 5"/>
          <p:cNvSpPr>
            <a:spLocks noGrp="1"/>
          </p:cNvSpPr>
          <p:nvPr>
            <p:ph type="ftr" sz="quarter" idx="11"/>
          </p:nvPr>
        </p:nvSpPr>
        <p:spPr/>
        <p:txBody>
          <a:bodyPr/>
          <a:lstStyle/>
          <a:p>
            <a:endParaRPr kumimoji="1" lang="ja-JP" altLang="en-US"/>
          </a:p>
        </p:txBody>
      </p:sp>
      <p:sp>
        <p:nvSpPr>
          <p:cNvPr id="7" name="スライド番号プレースホルダー 6"/>
          <p:cNvSpPr>
            <a:spLocks noGrp="1"/>
          </p:cNvSpPr>
          <p:nvPr>
            <p:ph type="sldNum" sz="quarter" idx="12"/>
          </p:nvPr>
        </p:nvSpPr>
        <p:spPr/>
        <p:txBody>
          <a:bodyPr/>
          <a:lstStyle/>
          <a:p>
            <a:fld id="{6F00E456-75B8-4C92-99E8-A0CAB60115A8}" type="slidenum">
              <a:rPr kumimoji="1" lang="ja-JP" altLang="en-US" smtClean="0"/>
            </a:fld>
            <a:endParaRPr kumimoji="1" lang="ja-JP" alt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p:cNvSpPr>
            <a:spLocks noGrp="1"/>
          </p:cNvSpPr>
          <p:nvPr>
            <p:ph type="title"/>
          </p:nvPr>
        </p:nvSpPr>
        <p:spPr>
          <a:xfrm>
            <a:off x="629841" y="457200"/>
            <a:ext cx="2949178" cy="1600200"/>
          </a:xfrm>
        </p:spPr>
        <p:txBody>
          <a:bodyPr anchor="b"/>
          <a:lstStyle>
            <a:lvl1pPr>
              <a:defRPr sz="2400"/>
            </a:lvl1pPr>
          </a:lstStyle>
          <a:p>
            <a:r>
              <a:rPr kumimoji="1" lang="ja-JP" altLang="en-US"/>
              <a:t>マスター タイトルの書式設定</a:t>
            </a:r>
            <a:endParaRPr kumimoji="1" lang="ja-JP" altLang="en-US"/>
          </a:p>
        </p:txBody>
      </p:sp>
      <p:sp>
        <p:nvSpPr>
          <p:cNvPr id="3" name="図プレースホルダー 2"/>
          <p:cNvSpPr>
            <a:spLocks noGrp="1"/>
          </p:cNvSpPr>
          <p:nvPr>
            <p:ph type="pic" idx="1"/>
          </p:nvPr>
        </p:nvSpPr>
        <p:spPr>
          <a:xfrm>
            <a:off x="3887391" y="987426"/>
            <a:ext cx="4629150" cy="4873625"/>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kumimoji="1" lang="ja-JP" altLang="en-US"/>
          </a:p>
        </p:txBody>
      </p:sp>
      <p:sp>
        <p:nvSpPr>
          <p:cNvPr id="4" name="テキスト プレースホルダー 3"/>
          <p:cNvSpPr>
            <a:spLocks noGrp="1"/>
          </p:cNvSpPr>
          <p:nvPr>
            <p:ph type="body" sz="half" idx="2"/>
          </p:nvPr>
        </p:nvSpPr>
        <p:spPr>
          <a:xfrm>
            <a:off x="629841" y="2057400"/>
            <a:ext cx="2949178"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kumimoji="1" lang="ja-JP" altLang="en-US"/>
              <a:t>マスター テキストの書式設定</a:t>
            </a:r>
            <a:endParaRPr kumimoji="1" lang="ja-JP" altLang="en-US"/>
          </a:p>
        </p:txBody>
      </p:sp>
      <p:sp>
        <p:nvSpPr>
          <p:cNvPr id="5" name="日付プレースホルダー 4"/>
          <p:cNvSpPr>
            <a:spLocks noGrp="1"/>
          </p:cNvSpPr>
          <p:nvPr>
            <p:ph type="dt" sz="half" idx="10"/>
          </p:nvPr>
        </p:nvSpPr>
        <p:spPr/>
        <p:txBody>
          <a:bodyPr/>
          <a:lstStyle/>
          <a:p>
            <a:fld id="{FF5312DB-8217-4BDF-B5AF-DC3A694F87D4}" type="datetimeFigureOut">
              <a:rPr kumimoji="1" lang="ja-JP" altLang="en-US" smtClean="0"/>
            </a:fld>
            <a:endParaRPr kumimoji="1" lang="ja-JP" altLang="en-US"/>
          </a:p>
        </p:txBody>
      </p:sp>
      <p:sp>
        <p:nvSpPr>
          <p:cNvPr id="6" name="フッター プレースホルダー 5"/>
          <p:cNvSpPr>
            <a:spLocks noGrp="1"/>
          </p:cNvSpPr>
          <p:nvPr>
            <p:ph type="ftr" sz="quarter" idx="11"/>
          </p:nvPr>
        </p:nvSpPr>
        <p:spPr/>
        <p:txBody>
          <a:bodyPr/>
          <a:lstStyle/>
          <a:p>
            <a:endParaRPr kumimoji="1" lang="ja-JP" altLang="en-US"/>
          </a:p>
        </p:txBody>
      </p:sp>
      <p:sp>
        <p:nvSpPr>
          <p:cNvPr id="7" name="スライド番号プレースホルダー 6"/>
          <p:cNvSpPr>
            <a:spLocks noGrp="1"/>
          </p:cNvSpPr>
          <p:nvPr>
            <p:ph type="sldNum" sz="quarter" idx="12"/>
          </p:nvPr>
        </p:nvSpPr>
        <p:spPr/>
        <p:txBody>
          <a:bodyPr/>
          <a:lstStyle/>
          <a:p>
            <a:fld id="{6F00E456-75B8-4C92-99E8-A0CAB60115A8}" type="slidenum">
              <a:rPr kumimoji="1" lang="ja-JP" altLang="en-US" smtClean="0"/>
            </a:fld>
            <a:endParaRPr kumimoji="1" lang="ja-JP" alt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a:t>マスター タイトルの書式設定</a:t>
            </a:r>
            <a:endParaRPr kumimoji="1" lang="ja-JP" altLang="en-US"/>
          </a:p>
        </p:txBody>
      </p:sp>
      <p:sp>
        <p:nvSpPr>
          <p:cNvPr id="3" name="縦書きテキスト プレースホルダー 2"/>
          <p:cNvSpPr>
            <a:spLocks noGrp="1"/>
          </p:cNvSpPr>
          <p:nvPr>
            <p:ph type="body" orient="vert" idx="1"/>
          </p:nvPr>
        </p:nvSpPr>
        <p:spPr/>
        <p:txBody>
          <a:bodyPr vert="eaVert"/>
          <a:lstStyle/>
          <a:p>
            <a:pPr lvl="0"/>
            <a:r>
              <a:rPr kumimoji="1" lang="ja-JP" altLang="en-US"/>
              <a:t>マスター テキストの書式設定</a:t>
            </a:r>
            <a:endParaRPr kumimoji="1" lang="ja-JP" altLang="en-US"/>
          </a:p>
          <a:p>
            <a:pPr lvl="1"/>
            <a:r>
              <a:rPr kumimoji="1" lang="ja-JP" altLang="en-US"/>
              <a:t>第 </a:t>
            </a:r>
            <a:r>
              <a:rPr kumimoji="1" lang="en-US" altLang="ja-JP"/>
              <a:t>2 </a:t>
            </a:r>
            <a:r>
              <a:rPr kumimoji="1" lang="ja-JP" altLang="en-US"/>
              <a:t>レベル</a:t>
            </a:r>
            <a:endParaRPr kumimoji="1" lang="ja-JP" altLang="en-US"/>
          </a:p>
          <a:p>
            <a:pPr lvl="2"/>
            <a:r>
              <a:rPr kumimoji="1" lang="ja-JP" altLang="en-US"/>
              <a:t>第 </a:t>
            </a:r>
            <a:r>
              <a:rPr kumimoji="1" lang="en-US" altLang="ja-JP"/>
              <a:t>3 </a:t>
            </a:r>
            <a:r>
              <a:rPr kumimoji="1" lang="ja-JP" altLang="en-US"/>
              <a:t>レベル</a:t>
            </a:r>
            <a:endParaRPr kumimoji="1" lang="ja-JP" altLang="en-US"/>
          </a:p>
          <a:p>
            <a:pPr lvl="3"/>
            <a:r>
              <a:rPr kumimoji="1" lang="ja-JP" altLang="en-US"/>
              <a:t>第 </a:t>
            </a:r>
            <a:r>
              <a:rPr kumimoji="1" lang="en-US" altLang="ja-JP"/>
              <a:t>4 </a:t>
            </a:r>
            <a:r>
              <a:rPr kumimoji="1" lang="ja-JP" altLang="en-US"/>
              <a:t>レベル</a:t>
            </a:r>
            <a:endParaRPr kumimoji="1" lang="ja-JP" altLang="en-US"/>
          </a:p>
          <a:p>
            <a:pPr lvl="4"/>
            <a:r>
              <a:rPr kumimoji="1" lang="ja-JP" altLang="en-US"/>
              <a:t>第 </a:t>
            </a:r>
            <a:r>
              <a:rPr kumimoji="1" lang="en-US" altLang="ja-JP"/>
              <a:t>5 </a:t>
            </a:r>
            <a:r>
              <a:rPr kumimoji="1" lang="ja-JP" altLang="en-US"/>
              <a:t>レベル</a:t>
            </a:r>
            <a:endParaRPr kumimoji="1" lang="ja-JP" altLang="en-US"/>
          </a:p>
        </p:txBody>
      </p:sp>
      <p:sp>
        <p:nvSpPr>
          <p:cNvPr id="4" name="日付プレースホルダー 3"/>
          <p:cNvSpPr>
            <a:spLocks noGrp="1"/>
          </p:cNvSpPr>
          <p:nvPr>
            <p:ph type="dt" sz="half" idx="10"/>
          </p:nvPr>
        </p:nvSpPr>
        <p:spPr/>
        <p:txBody>
          <a:bodyPr/>
          <a:lstStyle/>
          <a:p>
            <a:fld id="{FF5312DB-8217-4BDF-B5AF-DC3A694F87D4}" type="datetimeFigureOut">
              <a:rPr kumimoji="1" lang="ja-JP" altLang="en-US" smtClean="0"/>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6F00E456-75B8-4C92-99E8-A0CAB60115A8}" type="slidenum">
              <a:rPr kumimoji="1" lang="ja-JP" altLang="en-US" smtClean="0"/>
            </a:fld>
            <a:endParaRPr kumimoji="1" lang="ja-JP" alt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p:cNvSpPr>
            <a:spLocks noGrp="1"/>
          </p:cNvSpPr>
          <p:nvPr>
            <p:ph type="title" orient="vert"/>
          </p:nvPr>
        </p:nvSpPr>
        <p:spPr>
          <a:xfrm>
            <a:off x="6543675" y="365125"/>
            <a:ext cx="1971675" cy="5811838"/>
          </a:xfrm>
        </p:spPr>
        <p:txBody>
          <a:bodyPr vert="eaVert"/>
          <a:lstStyle/>
          <a:p>
            <a:r>
              <a:rPr kumimoji="1" lang="ja-JP" altLang="en-US"/>
              <a:t>マスター タイトルの書式設定</a:t>
            </a:r>
            <a:endParaRPr kumimoji="1" lang="ja-JP" altLang="en-US"/>
          </a:p>
        </p:txBody>
      </p:sp>
      <p:sp>
        <p:nvSpPr>
          <p:cNvPr id="3" name="縦書きテキスト プレースホルダー 2"/>
          <p:cNvSpPr>
            <a:spLocks noGrp="1"/>
          </p:cNvSpPr>
          <p:nvPr>
            <p:ph type="body" orient="vert" idx="1"/>
          </p:nvPr>
        </p:nvSpPr>
        <p:spPr>
          <a:xfrm>
            <a:off x="628650" y="365125"/>
            <a:ext cx="5800725" cy="5811838"/>
          </a:xfrm>
        </p:spPr>
        <p:txBody>
          <a:bodyPr vert="eaVert"/>
          <a:lstStyle/>
          <a:p>
            <a:pPr lvl="0"/>
            <a:r>
              <a:rPr kumimoji="1" lang="ja-JP" altLang="en-US"/>
              <a:t>マスター テキストの書式設定</a:t>
            </a:r>
            <a:endParaRPr kumimoji="1" lang="ja-JP" altLang="en-US"/>
          </a:p>
          <a:p>
            <a:pPr lvl="1"/>
            <a:r>
              <a:rPr kumimoji="1" lang="ja-JP" altLang="en-US"/>
              <a:t>第 </a:t>
            </a:r>
            <a:r>
              <a:rPr kumimoji="1" lang="en-US" altLang="ja-JP"/>
              <a:t>2 </a:t>
            </a:r>
            <a:r>
              <a:rPr kumimoji="1" lang="ja-JP" altLang="en-US"/>
              <a:t>レベル</a:t>
            </a:r>
            <a:endParaRPr kumimoji="1" lang="ja-JP" altLang="en-US"/>
          </a:p>
          <a:p>
            <a:pPr lvl="2"/>
            <a:r>
              <a:rPr kumimoji="1" lang="ja-JP" altLang="en-US"/>
              <a:t>第 </a:t>
            </a:r>
            <a:r>
              <a:rPr kumimoji="1" lang="en-US" altLang="ja-JP"/>
              <a:t>3 </a:t>
            </a:r>
            <a:r>
              <a:rPr kumimoji="1" lang="ja-JP" altLang="en-US"/>
              <a:t>レベル</a:t>
            </a:r>
            <a:endParaRPr kumimoji="1" lang="ja-JP" altLang="en-US"/>
          </a:p>
          <a:p>
            <a:pPr lvl="3"/>
            <a:r>
              <a:rPr kumimoji="1" lang="ja-JP" altLang="en-US"/>
              <a:t>第 </a:t>
            </a:r>
            <a:r>
              <a:rPr kumimoji="1" lang="en-US" altLang="ja-JP"/>
              <a:t>4 </a:t>
            </a:r>
            <a:r>
              <a:rPr kumimoji="1" lang="ja-JP" altLang="en-US"/>
              <a:t>レベル</a:t>
            </a:r>
            <a:endParaRPr kumimoji="1" lang="ja-JP" altLang="en-US"/>
          </a:p>
          <a:p>
            <a:pPr lvl="4"/>
            <a:r>
              <a:rPr kumimoji="1" lang="ja-JP" altLang="en-US"/>
              <a:t>第 </a:t>
            </a:r>
            <a:r>
              <a:rPr kumimoji="1" lang="en-US" altLang="ja-JP"/>
              <a:t>5 </a:t>
            </a:r>
            <a:r>
              <a:rPr kumimoji="1" lang="ja-JP" altLang="en-US"/>
              <a:t>レベル</a:t>
            </a:r>
            <a:endParaRPr kumimoji="1" lang="ja-JP" altLang="en-US"/>
          </a:p>
        </p:txBody>
      </p:sp>
      <p:sp>
        <p:nvSpPr>
          <p:cNvPr id="4" name="日付プレースホルダー 3"/>
          <p:cNvSpPr>
            <a:spLocks noGrp="1"/>
          </p:cNvSpPr>
          <p:nvPr>
            <p:ph type="dt" sz="half" idx="10"/>
          </p:nvPr>
        </p:nvSpPr>
        <p:spPr/>
        <p:txBody>
          <a:bodyPr/>
          <a:lstStyle/>
          <a:p>
            <a:fld id="{FF5312DB-8217-4BDF-B5AF-DC3A694F87D4}" type="datetimeFigureOut">
              <a:rPr kumimoji="1" lang="ja-JP" altLang="en-US" smtClean="0"/>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6F00E456-75B8-4C92-99E8-A0CAB60115A8}" type="slidenum">
              <a:rPr kumimoji="1" lang="ja-JP" altLang="en-US" smtClean="0"/>
            </a:fld>
            <a:endParaRPr kumimoji="1" lang="ja-JP" altLang="en-US"/>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2" Type="http://schemas.openxmlformats.org/officeDocument/2006/relationships/theme" Target="../theme/theme1.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kumimoji="1" lang="ja-JP" altLang="en-US"/>
              <a:t>マスター タイトルの書式設定</a:t>
            </a:r>
            <a:endParaRPr kumimoji="1" lang="ja-JP" altLang="en-US"/>
          </a:p>
        </p:txBody>
      </p:sp>
      <p:sp>
        <p:nvSpPr>
          <p:cNvPr id="3" name="テキスト プレースホルダー 2"/>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kumimoji="1" lang="ja-JP" altLang="en-US"/>
              <a:t>マスター テキストの書式設定</a:t>
            </a:r>
            <a:endParaRPr kumimoji="1" lang="ja-JP" altLang="en-US"/>
          </a:p>
          <a:p>
            <a:pPr lvl="1"/>
            <a:r>
              <a:rPr kumimoji="1" lang="ja-JP" altLang="en-US"/>
              <a:t>第 </a:t>
            </a:r>
            <a:r>
              <a:rPr kumimoji="1" lang="en-US" altLang="ja-JP"/>
              <a:t>2 </a:t>
            </a:r>
            <a:r>
              <a:rPr kumimoji="1" lang="ja-JP" altLang="en-US"/>
              <a:t>レベル</a:t>
            </a:r>
            <a:endParaRPr kumimoji="1" lang="ja-JP" altLang="en-US"/>
          </a:p>
          <a:p>
            <a:pPr lvl="2"/>
            <a:r>
              <a:rPr kumimoji="1" lang="ja-JP" altLang="en-US"/>
              <a:t>第 </a:t>
            </a:r>
            <a:r>
              <a:rPr kumimoji="1" lang="en-US" altLang="ja-JP"/>
              <a:t>3 </a:t>
            </a:r>
            <a:r>
              <a:rPr kumimoji="1" lang="ja-JP" altLang="en-US"/>
              <a:t>レベル</a:t>
            </a:r>
            <a:endParaRPr kumimoji="1" lang="ja-JP" altLang="en-US"/>
          </a:p>
          <a:p>
            <a:pPr lvl="3"/>
            <a:r>
              <a:rPr kumimoji="1" lang="ja-JP" altLang="en-US"/>
              <a:t>第 </a:t>
            </a:r>
            <a:r>
              <a:rPr kumimoji="1" lang="en-US" altLang="ja-JP"/>
              <a:t>4 </a:t>
            </a:r>
            <a:r>
              <a:rPr kumimoji="1" lang="ja-JP" altLang="en-US"/>
              <a:t>レベル</a:t>
            </a:r>
            <a:endParaRPr kumimoji="1" lang="ja-JP" altLang="en-US"/>
          </a:p>
          <a:p>
            <a:pPr lvl="4"/>
            <a:r>
              <a:rPr kumimoji="1" lang="ja-JP" altLang="en-US"/>
              <a:t>第 </a:t>
            </a:r>
            <a:r>
              <a:rPr kumimoji="1" lang="en-US" altLang="ja-JP"/>
              <a:t>5 </a:t>
            </a:r>
            <a:r>
              <a:rPr kumimoji="1" lang="ja-JP" altLang="en-US"/>
              <a:t>レベル</a:t>
            </a:r>
            <a:endParaRPr kumimoji="1" lang="ja-JP" altLang="en-US"/>
          </a:p>
        </p:txBody>
      </p:sp>
      <p:sp>
        <p:nvSpPr>
          <p:cNvPr id="4" name="日付プレースホルダー 3"/>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900">
                <a:solidFill>
                  <a:schemeClr val="tx1">
                    <a:tint val="82000"/>
                  </a:schemeClr>
                </a:solidFill>
              </a:defRPr>
            </a:lvl1pPr>
          </a:lstStyle>
          <a:p>
            <a:fld id="{FF5312DB-8217-4BDF-B5AF-DC3A694F87D4}" type="datetimeFigureOut">
              <a:rPr kumimoji="1" lang="ja-JP" altLang="en-US" smtClean="0"/>
            </a:fld>
            <a:endParaRPr kumimoji="1" lang="ja-JP" altLang="en-US"/>
          </a:p>
        </p:txBody>
      </p:sp>
      <p:sp>
        <p:nvSpPr>
          <p:cNvPr id="5" name="フッター プレースホルダー 4"/>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900">
                <a:solidFill>
                  <a:schemeClr val="tx1">
                    <a:tint val="82000"/>
                  </a:schemeClr>
                </a:solidFill>
              </a:defRPr>
            </a:lvl1pPr>
          </a:lstStyle>
          <a:p>
            <a:endParaRPr kumimoji="1" lang="ja-JP" altLang="en-US"/>
          </a:p>
        </p:txBody>
      </p:sp>
      <p:sp>
        <p:nvSpPr>
          <p:cNvPr id="6" name="スライド番号プレースホルダー 5"/>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900">
                <a:solidFill>
                  <a:schemeClr val="tx1">
                    <a:tint val="82000"/>
                  </a:schemeClr>
                </a:solidFill>
              </a:defRPr>
            </a:lvl1pPr>
          </a:lstStyle>
          <a:p>
            <a:fld id="{6F00E456-75B8-4C92-99E8-A0CAB60115A8}" type="slidenum">
              <a:rPr kumimoji="1" lang="ja-JP" altLang="en-US" smtClean="0"/>
            </a:fld>
            <a:endParaRPr kumimoji="1" lang="ja-JP" alt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685800" rtl="0" eaLnBrk="1" latinLnBrk="0" hangingPunct="1">
        <a:lnSpc>
          <a:spcPct val="90000"/>
        </a:lnSpc>
        <a:spcBef>
          <a:spcPct val="0"/>
        </a:spcBef>
        <a:buNone/>
        <a:defRPr kumimoji="1"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kumimoji="1"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kumimoji="1"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kumimoji="1"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9pPr>
    </p:bodyStyle>
    <p:otherStyle>
      <a:defPPr>
        <a:defRPr lang="ja-JP"/>
      </a:defPPr>
      <a:lvl1pPr marL="0" algn="l" defTabSz="685800" rtl="0" eaLnBrk="1" latinLnBrk="0" hangingPunct="1">
        <a:defRPr kumimoji="1" sz="1350" kern="1200">
          <a:solidFill>
            <a:schemeClr val="tx1"/>
          </a:solidFill>
          <a:latin typeface="+mn-lt"/>
          <a:ea typeface="+mn-ea"/>
          <a:cs typeface="+mn-cs"/>
        </a:defRPr>
      </a:lvl1pPr>
      <a:lvl2pPr marL="342900" algn="l" defTabSz="685800" rtl="0" eaLnBrk="1" latinLnBrk="0" hangingPunct="1">
        <a:defRPr kumimoji="1" sz="1350" kern="1200">
          <a:solidFill>
            <a:schemeClr val="tx1"/>
          </a:solidFill>
          <a:latin typeface="+mn-lt"/>
          <a:ea typeface="+mn-ea"/>
          <a:cs typeface="+mn-cs"/>
        </a:defRPr>
      </a:lvl2pPr>
      <a:lvl3pPr marL="685800" algn="l" defTabSz="685800" rtl="0" eaLnBrk="1" latinLnBrk="0" hangingPunct="1">
        <a:defRPr kumimoji="1" sz="1350" kern="1200">
          <a:solidFill>
            <a:schemeClr val="tx1"/>
          </a:solidFill>
          <a:latin typeface="+mn-lt"/>
          <a:ea typeface="+mn-ea"/>
          <a:cs typeface="+mn-cs"/>
        </a:defRPr>
      </a:lvl3pPr>
      <a:lvl4pPr marL="1028700" algn="l" defTabSz="685800" rtl="0" eaLnBrk="1" latinLnBrk="0" hangingPunct="1">
        <a:defRPr kumimoji="1" sz="1350" kern="1200">
          <a:solidFill>
            <a:schemeClr val="tx1"/>
          </a:solidFill>
          <a:latin typeface="+mn-lt"/>
          <a:ea typeface="+mn-ea"/>
          <a:cs typeface="+mn-cs"/>
        </a:defRPr>
      </a:lvl4pPr>
      <a:lvl5pPr marL="1371600" algn="l" defTabSz="685800" rtl="0" eaLnBrk="1" latinLnBrk="0" hangingPunct="1">
        <a:defRPr kumimoji="1" sz="1350" kern="1200">
          <a:solidFill>
            <a:schemeClr val="tx1"/>
          </a:solidFill>
          <a:latin typeface="+mn-lt"/>
          <a:ea typeface="+mn-ea"/>
          <a:cs typeface="+mn-cs"/>
        </a:defRPr>
      </a:lvl5pPr>
      <a:lvl6pPr marL="1714500" algn="l" defTabSz="685800" rtl="0" eaLnBrk="1" latinLnBrk="0" hangingPunct="1">
        <a:defRPr kumimoji="1" sz="1350" kern="1200">
          <a:solidFill>
            <a:schemeClr val="tx1"/>
          </a:solidFill>
          <a:latin typeface="+mn-lt"/>
          <a:ea typeface="+mn-ea"/>
          <a:cs typeface="+mn-cs"/>
        </a:defRPr>
      </a:lvl6pPr>
      <a:lvl7pPr marL="2057400" algn="l" defTabSz="685800" rtl="0" eaLnBrk="1" latinLnBrk="0" hangingPunct="1">
        <a:defRPr kumimoji="1" sz="1350" kern="1200">
          <a:solidFill>
            <a:schemeClr val="tx1"/>
          </a:solidFill>
          <a:latin typeface="+mn-lt"/>
          <a:ea typeface="+mn-ea"/>
          <a:cs typeface="+mn-cs"/>
        </a:defRPr>
      </a:lvl7pPr>
      <a:lvl8pPr marL="2400300" algn="l" defTabSz="685800" rtl="0" eaLnBrk="1" latinLnBrk="0" hangingPunct="1">
        <a:defRPr kumimoji="1" sz="1350" kern="1200">
          <a:solidFill>
            <a:schemeClr val="tx1"/>
          </a:solidFill>
          <a:latin typeface="+mn-lt"/>
          <a:ea typeface="+mn-ea"/>
          <a:cs typeface="+mn-cs"/>
        </a:defRPr>
      </a:lvl8pPr>
      <a:lvl9pPr marL="2743200" algn="l" defTabSz="685800" rtl="0" eaLnBrk="1" latinLnBrk="0" hangingPunct="1">
        <a:defRPr kumimoji="1"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文本框 1"/>
          <p:cNvSpPr txBox="1"/>
          <p:nvPr/>
        </p:nvSpPr>
        <p:spPr>
          <a:xfrm>
            <a:off x="356235" y="739140"/>
            <a:ext cx="8431530" cy="2827655"/>
          </a:xfrm>
          <a:prstGeom prst="rect">
            <a:avLst/>
          </a:prstGeom>
        </p:spPr>
        <p:txBody>
          <a:bodyPr wrap="square">
            <a:spAutoFit/>
          </a:bodyPr>
          <a:p>
            <a:pPr indent="0">
              <a:lnSpc>
                <a:spcPct val="90000"/>
              </a:lnSpc>
              <a:buFont typeface="Arial" panose="020B0604020202020204" pitchFamily="34" charset="0"/>
              <a:buNone/>
            </a:pPr>
            <a:r>
              <a:rPr lang="en-US" altLang="zh-CN"/>
              <a:t>Q</a:t>
            </a:r>
            <a:r>
              <a:rPr lang="zh-CN" altLang="en-US">
                <a:ea typeface="SimSun" panose="02010600030101010101" pitchFamily="2" charset="-122"/>
              </a:rPr>
              <a:t>：为什么要使用回归模型，分类模型不行吗</a:t>
            </a:r>
            <a:br>
              <a:rPr lang="zh-CN" altLang="en-US">
                <a:ea typeface="SimSun" panose="02010600030101010101" pitchFamily="2" charset="-122"/>
              </a:rPr>
            </a:br>
            <a:r>
              <a:rPr lang="en-US" altLang="zh-CN">
                <a:ea typeface="SimSun" panose="02010600030101010101" pitchFamily="2" charset="-122"/>
              </a:rPr>
              <a:t>A</a:t>
            </a:r>
            <a:r>
              <a:rPr lang="zh-CN" altLang="en-US">
                <a:ea typeface="SimSun" panose="02010600030101010101" pitchFamily="2" charset="-122"/>
              </a:rPr>
              <a:t>：</a:t>
            </a:r>
            <a:r>
              <a:rPr lang="en-US" altLang="zh-CN">
                <a:ea typeface="SimSun" panose="02010600030101010101" pitchFamily="2" charset="-122"/>
              </a:rPr>
              <a:t>Classification models can recognize discrete gestures, such as opening and closing the hand. However, they do not directly provide continuous fingertip aperture information. This may limit the ability to reproduce natural human grasping movements.</a:t>
            </a:r>
            <a:endParaRPr lang="en-US" altLang="zh-CN">
              <a:ea typeface="SimSun" panose="02010600030101010101" pitchFamily="2" charset="-122"/>
            </a:endParaRPr>
          </a:p>
          <a:p>
            <a:pPr indent="0">
              <a:lnSpc>
                <a:spcPct val="90000"/>
              </a:lnSpc>
              <a:buFont typeface="Arial" panose="020B0604020202020204" pitchFamily="34" charset="0"/>
              <a:buNone/>
            </a:pPr>
            <a:endParaRPr lang="en-US" altLang="zh-CN">
              <a:ea typeface="SimSun" panose="02010600030101010101" pitchFamily="2" charset="-122"/>
            </a:endParaRPr>
          </a:p>
          <a:p>
            <a:pPr indent="0">
              <a:lnSpc>
                <a:spcPct val="90000"/>
              </a:lnSpc>
              <a:buFont typeface="Arial" panose="020B0604020202020204" pitchFamily="34" charset="0"/>
              <a:buNone/>
            </a:pPr>
            <a:r>
              <a:rPr lang="en-US" altLang="zh-CN">
                <a:ea typeface="SimSun" panose="02010600030101010101" pitchFamily="2" charset="-122"/>
              </a:rPr>
              <a:t>Q</a:t>
            </a:r>
            <a:r>
              <a:rPr lang="zh-CN" altLang="en-US">
                <a:ea typeface="SimSun" panose="02010600030101010101" pitchFamily="2" charset="-122"/>
              </a:rPr>
              <a:t>：分类模型也能做到那个动作，为什么要使用回归模型</a:t>
            </a:r>
            <a:br>
              <a:rPr lang="zh-CN" altLang="en-US">
                <a:ea typeface="SimSun" panose="02010600030101010101" pitchFamily="2" charset="-122"/>
              </a:rPr>
            </a:br>
            <a:r>
              <a:rPr lang="en-US" altLang="zh-CN">
                <a:ea typeface="SimSun" panose="02010600030101010101" pitchFamily="2" charset="-122"/>
              </a:rPr>
              <a:t>A</a:t>
            </a:r>
            <a:r>
              <a:rPr lang="zh-CN" altLang="en-US">
                <a:ea typeface="SimSun" panose="02010600030101010101" pitchFamily="2" charset="-122"/>
              </a:rPr>
              <a:t>：或许在某个时间点，机械手会处于那个动作。</a:t>
            </a:r>
            <a:br>
              <a:rPr lang="zh-CN" altLang="en-US">
                <a:ea typeface="SimSun" panose="02010600030101010101" pitchFamily="2" charset="-122"/>
              </a:rPr>
            </a:br>
            <a:br>
              <a:rPr lang="zh-CN" altLang="en-US">
                <a:ea typeface="SimSun" panose="02010600030101010101" pitchFamily="2" charset="-122"/>
              </a:rPr>
            </a:br>
            <a:br>
              <a:rPr lang="zh-CN" altLang="en-US">
                <a:ea typeface="SimSun" panose="02010600030101010101" pitchFamily="2" charset="-122"/>
              </a:rPr>
            </a:br>
            <a:endParaRPr lang="en-US" altLang="zh-CN"/>
          </a:p>
          <a:p>
            <a:pPr indent="0">
              <a:lnSpc>
                <a:spcPct val="90000"/>
              </a:lnSpc>
              <a:buFont typeface="Arial" panose="020B0604020202020204" pitchFamily="34" charset="0"/>
              <a:buNone/>
            </a:pPr>
            <a:endParaRPr lang="zh-CN" altLang="en-US">
              <a:ea typeface="SimSun" panose="02010600030101010101" pitchFamily="2" charset="-122"/>
            </a:endParaRPr>
          </a:p>
        </p:txBody>
      </p:sp>
    </p:spTree>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文本框 1"/>
          <p:cNvSpPr txBox="1"/>
          <p:nvPr/>
        </p:nvSpPr>
        <p:spPr>
          <a:xfrm>
            <a:off x="356235" y="739140"/>
            <a:ext cx="8431530" cy="4818380"/>
          </a:xfrm>
          <a:prstGeom prst="rect">
            <a:avLst/>
          </a:prstGeom>
        </p:spPr>
        <p:txBody>
          <a:bodyPr wrap="square">
            <a:spAutoFit/>
          </a:bodyPr>
          <a:p>
            <a:pPr indent="0">
              <a:lnSpc>
                <a:spcPct val="90000"/>
              </a:lnSpc>
              <a:buFont typeface="Arial" panose="020B0604020202020204" pitchFamily="34" charset="0"/>
              <a:buNone/>
            </a:pPr>
            <a:r>
              <a:rPr lang="en-US" altLang="zh-CN"/>
              <a:t>Q</a:t>
            </a:r>
            <a:r>
              <a:rPr lang="zh-CN" altLang="en-US">
                <a:ea typeface="SimSun" panose="02010600030101010101" pitchFamily="2" charset="-122"/>
              </a:rPr>
              <a:t>：</a:t>
            </a:r>
            <a:r>
              <a:rPr lang="en-US" altLang="zh-CN"/>
              <a:t>Why did you choose distance as the only input variable?</a:t>
            </a:r>
            <a:endParaRPr lang="en-US" altLang="zh-CN"/>
          </a:p>
          <a:p>
            <a:pPr indent="0">
              <a:lnSpc>
                <a:spcPct val="90000"/>
              </a:lnSpc>
              <a:buFont typeface="Arial" panose="020B0604020202020204" pitchFamily="34" charset="0"/>
              <a:buNone/>
            </a:pPr>
            <a:r>
              <a:rPr lang="en-US" altLang="zh-CN"/>
              <a:t>A</a:t>
            </a:r>
            <a:r>
              <a:rPr lang="zh-CN" altLang="en-US">
                <a:ea typeface="SimSun" panose="02010600030101010101" pitchFamily="2" charset="-122"/>
              </a:rPr>
              <a:t>：</a:t>
            </a:r>
            <a:r>
              <a:rPr lang="en-US" altLang="zh-CN">
                <a:ea typeface="SimSun" panose="02010600030101010101" pitchFamily="2" charset="-122"/>
              </a:rPr>
              <a:t>In my previous experiments, the camera was attached to the arm, using a relative coordinate system. However, the prediction performance was not satisfactory.</a:t>
            </a:r>
            <a:endParaRPr lang="en-US" altLang="zh-CN">
              <a:ea typeface="SimSun" panose="02010600030101010101" pitchFamily="2" charset="-122"/>
            </a:endParaRPr>
          </a:p>
          <a:p>
            <a:pPr indent="0">
              <a:lnSpc>
                <a:spcPct val="90000"/>
              </a:lnSpc>
              <a:buFont typeface="Arial" panose="020B0604020202020204" pitchFamily="34" charset="0"/>
              <a:buNone/>
            </a:pPr>
            <a:endParaRPr lang="en-US" altLang="zh-CN">
              <a:ea typeface="SimSun" panose="02010600030101010101" pitchFamily="2" charset="-122"/>
            </a:endParaRPr>
          </a:p>
          <a:p>
            <a:pPr indent="0">
              <a:lnSpc>
                <a:spcPct val="90000"/>
              </a:lnSpc>
              <a:buFont typeface="Arial" panose="020B0604020202020204" pitchFamily="34" charset="0"/>
              <a:buNone/>
            </a:pPr>
            <a:r>
              <a:rPr lang="en-US" altLang="zh-CN">
                <a:ea typeface="SimSun" panose="02010600030101010101" pitchFamily="2" charset="-122"/>
              </a:rPr>
              <a:t>Therefore, I tried fixing the camera in an absolute coordinate system, and the results improved significantly.</a:t>
            </a:r>
            <a:endParaRPr lang="en-US" altLang="zh-CN">
              <a:ea typeface="SimSun" panose="02010600030101010101" pitchFamily="2" charset="-122"/>
            </a:endParaRPr>
          </a:p>
          <a:p>
            <a:pPr indent="0">
              <a:lnSpc>
                <a:spcPct val="90000"/>
              </a:lnSpc>
              <a:buFont typeface="Arial" panose="020B0604020202020204" pitchFamily="34" charset="0"/>
              <a:buNone/>
            </a:pPr>
            <a:endParaRPr lang="en-US" altLang="zh-CN">
              <a:ea typeface="SimSun" panose="02010600030101010101" pitchFamily="2" charset="-122"/>
            </a:endParaRPr>
          </a:p>
          <a:p>
            <a:pPr indent="0">
              <a:lnSpc>
                <a:spcPct val="90000"/>
              </a:lnSpc>
              <a:buFont typeface="Arial" panose="020B0604020202020204" pitchFamily="34" charset="0"/>
              <a:buNone/>
            </a:pPr>
            <a:r>
              <a:rPr lang="en-US" altLang="zh-CN">
                <a:ea typeface="SimSun" panose="02010600030101010101" pitchFamily="2" charset="-122"/>
              </a:rPr>
              <a:t>In this setup, distance is a suitable input variable because it reflects how the hand approaches the object.</a:t>
            </a:r>
            <a:endParaRPr lang="en-US" altLang="zh-CN">
              <a:ea typeface="SimSun" panose="02010600030101010101" pitchFamily="2" charset="-122"/>
            </a:endParaRPr>
          </a:p>
          <a:p>
            <a:pPr indent="0">
              <a:lnSpc>
                <a:spcPct val="90000"/>
              </a:lnSpc>
              <a:buFont typeface="Arial" panose="020B0604020202020204" pitchFamily="34" charset="0"/>
              <a:buNone/>
            </a:pPr>
            <a:endParaRPr lang="en-US" altLang="zh-CN">
              <a:ea typeface="SimSun" panose="02010600030101010101" pitchFamily="2" charset="-122"/>
            </a:endParaRPr>
          </a:p>
          <a:p>
            <a:pPr indent="0">
              <a:lnSpc>
                <a:spcPct val="90000"/>
              </a:lnSpc>
              <a:buFont typeface="Arial" panose="020B0604020202020204" pitchFamily="34" charset="0"/>
              <a:buNone/>
            </a:pPr>
            <a:r>
              <a:rPr lang="en-US" altLang="zh-CN">
                <a:ea typeface="SimSun" panose="02010600030101010101" pitchFamily="2" charset="-122"/>
              </a:rPr>
              <a:t>The experimental results also suggest a nonlinear relationship between distance and fingertip aperture.</a:t>
            </a:r>
            <a:endParaRPr lang="en-US" altLang="zh-CN">
              <a:ea typeface="SimSun" panose="02010600030101010101" pitchFamily="2" charset="-122"/>
            </a:endParaRPr>
          </a:p>
          <a:p>
            <a:pPr indent="0">
              <a:lnSpc>
                <a:spcPct val="90000"/>
              </a:lnSpc>
              <a:buFont typeface="Arial" panose="020B0604020202020204" pitchFamily="34" charset="0"/>
              <a:buNone/>
            </a:pPr>
            <a:endParaRPr lang="en-US" altLang="zh-CN"/>
          </a:p>
          <a:p>
            <a:pPr indent="0">
              <a:lnSpc>
                <a:spcPct val="90000"/>
              </a:lnSpc>
              <a:buFont typeface="Arial" panose="020B0604020202020204" pitchFamily="34" charset="0"/>
              <a:buNone/>
            </a:pPr>
            <a:r>
              <a:rPr lang="en-US" altLang="zh-CN">
                <a:sym typeface="+mn-ea"/>
              </a:rPr>
              <a:t>Q</a:t>
            </a:r>
            <a:r>
              <a:rPr lang="zh-CN" altLang="en-US">
                <a:ea typeface="SimSun" panose="02010600030101010101" pitchFamily="2" charset="-122"/>
                <a:sym typeface="+mn-ea"/>
              </a:rPr>
              <a:t>：</a:t>
            </a:r>
            <a:r>
              <a:rPr lang="en-US" altLang="zh-CN"/>
              <a:t>R²</a:t>
            </a:r>
            <a:r>
              <a:rPr lang="zh-CN" altLang="en-US">
                <a:ea typeface="SimSun" panose="02010600030101010101" pitchFamily="2" charset="-122"/>
              </a:rPr>
              <a:t>是什么</a:t>
            </a:r>
            <a:endParaRPr lang="zh-CN" altLang="en-US">
              <a:ea typeface="SimSun" panose="02010600030101010101" pitchFamily="2" charset="-122"/>
            </a:endParaRPr>
          </a:p>
          <a:p>
            <a:pPr indent="0">
              <a:lnSpc>
                <a:spcPct val="90000"/>
              </a:lnSpc>
              <a:buFont typeface="Arial" panose="020B0604020202020204" pitchFamily="34" charset="0"/>
              <a:buNone/>
            </a:pPr>
            <a:endParaRPr lang="zh-CN" altLang="en-US">
              <a:ea typeface="SimSun" panose="02010600030101010101" pitchFamily="2" charset="-122"/>
            </a:endParaRPr>
          </a:p>
          <a:p>
            <a:pPr indent="0">
              <a:lnSpc>
                <a:spcPct val="90000"/>
              </a:lnSpc>
              <a:buFont typeface="Arial" panose="020B0604020202020204" pitchFamily="34" charset="0"/>
              <a:buNone/>
            </a:pPr>
            <a:r>
              <a:rPr lang="en-US" altLang="zh-CN">
                <a:ea typeface="SimSun" panose="02010600030101010101" pitchFamily="2" charset="-122"/>
              </a:rPr>
              <a:t>Q</a:t>
            </a:r>
            <a:r>
              <a:rPr lang="zh-CN" altLang="en-US">
                <a:ea typeface="SimSun" panose="02010600030101010101" pitchFamily="2" charset="-122"/>
              </a:rPr>
              <a:t>：为什么使用</a:t>
            </a:r>
            <a:r>
              <a:rPr lang="en-US" altLang="zh-CN">
                <a:ea typeface="SimSun" panose="02010600030101010101" pitchFamily="2" charset="-122"/>
              </a:rPr>
              <a:t>PX</a:t>
            </a:r>
            <a:r>
              <a:rPr lang="zh-CN" altLang="en-US">
                <a:ea typeface="SimSun" panose="02010600030101010101" pitchFamily="2" charset="-122"/>
              </a:rPr>
              <a:t>？不会有什么问题吗？</a:t>
            </a:r>
            <a:endParaRPr lang="zh-CN" altLang="en-US">
              <a:ea typeface="SimSun" panose="02010600030101010101" pitchFamily="2" charset="-122"/>
            </a:endParaRPr>
          </a:p>
          <a:p>
            <a:pPr indent="0">
              <a:lnSpc>
                <a:spcPct val="90000"/>
              </a:lnSpc>
              <a:buFont typeface="Arial" panose="020B0604020202020204" pitchFamily="34" charset="0"/>
              <a:buNone/>
            </a:pPr>
            <a:endParaRPr lang="zh-CN" altLang="en-US">
              <a:ea typeface="SimSun" panose="02010600030101010101" pitchFamily="2" charset="-122"/>
            </a:endParaRPr>
          </a:p>
          <a:p>
            <a:pPr indent="0">
              <a:lnSpc>
                <a:spcPct val="90000"/>
              </a:lnSpc>
              <a:buFont typeface="Arial" panose="020B0604020202020204" pitchFamily="34" charset="0"/>
              <a:buNone/>
            </a:pPr>
            <a:r>
              <a:rPr lang="en-US" altLang="zh-CN">
                <a:ea typeface="SimSun" panose="02010600030101010101" pitchFamily="2" charset="-122"/>
              </a:rPr>
              <a:t>Q</a:t>
            </a:r>
            <a:r>
              <a:rPr lang="zh-CN" altLang="en-US">
                <a:ea typeface="SimSun" panose="02010600030101010101" pitchFamily="2" charset="-122"/>
              </a:rPr>
              <a:t>：</a:t>
            </a:r>
            <a:r>
              <a:rPr lang="en-US" altLang="zh-CN">
                <a:ea typeface="SimSun" panose="02010600030101010101" pitchFamily="2" charset="-122"/>
              </a:rPr>
              <a:t>Nomalized RMSE</a:t>
            </a:r>
            <a:r>
              <a:rPr lang="zh-CN" altLang="en-US">
                <a:ea typeface="SimSun" panose="02010600030101010101" pitchFamily="2" charset="-122"/>
              </a:rPr>
              <a:t>是怎么算的</a:t>
            </a:r>
            <a:endParaRPr lang="zh-CN" altLang="en-US">
              <a:ea typeface="SimSun" panose="02010600030101010101" pitchFamily="2" charset="-122"/>
            </a:endParaRPr>
          </a:p>
          <a:p>
            <a:pPr indent="0">
              <a:lnSpc>
                <a:spcPct val="90000"/>
              </a:lnSpc>
              <a:buFont typeface="Arial" panose="020B0604020202020204" pitchFamily="34" charset="0"/>
              <a:buNone/>
            </a:pPr>
            <a:r>
              <a:rPr lang="en-US" altLang="zh-CN">
                <a:ea typeface="SimSun" panose="02010600030101010101" pitchFamily="2" charset="-122"/>
              </a:rPr>
              <a:t>A</a:t>
            </a:r>
            <a:r>
              <a:rPr lang="zh-CN" altLang="en-US">
                <a:ea typeface="SimSun" panose="02010600030101010101" pitchFamily="2" charset="-122"/>
              </a:rPr>
              <a:t>：每一组与其他 29 组的平均曲线比较</a:t>
            </a:r>
            <a:endParaRPr lang="zh-CN" altLang="en-US">
              <a:ea typeface="SimSun" panose="02010600030101010101" pitchFamily="2" charset="-122"/>
            </a:endParaRPr>
          </a:p>
        </p:txBody>
      </p:sp>
    </p:spTree>
  </p:cSld>
  <p:clrMapOvr>
    <a:masterClrMapping/>
  </p:clrMapOvr>
  <p:timing>
    <p:tnLst>
      <p:par>
        <p:cTn id="1" dur="indefinite" restart="never" nodeType="tmRoot"/>
      </p:par>
    </p:tnLst>
  </p:timing>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CPS">
      <a:majorFont>
        <a:latin typeface="Times New Roman"/>
        <a:ea typeface="ＭＳ Ｐゴシック"/>
        <a:cs typeface=""/>
      </a:majorFont>
      <a:minorFont>
        <a:latin typeface="Times New Roman"/>
        <a:ea typeface="ＭＳ Ｐゴシック"/>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noFill/>
        <a:ln>
          <a:solidFill>
            <a:srgbClr val="14B8A6"/>
          </a:solidFill>
          <a:tailEnd type="triangle"/>
        </a:ln>
      </a:spPr>
      <a:bodyPr rtlCol="0" anchor="ctr"/>
      <a:lstStyle>
        <a:defPPr algn="ctr">
          <a:defRPr lang="zh-CN" altLang="en-US"/>
        </a:defPPr>
      </a:lstStyle>
      <a:style>
        <a:lnRef idx="2">
          <a:schemeClr val="accent1">
            <a:lumMod val="75000"/>
          </a:schemeClr>
        </a:lnRef>
        <a:fillRef idx="1">
          <a:schemeClr val="accent1"/>
        </a:fillRef>
        <a:effectRef idx="0">
          <a:srgbClr val="FFFFFF"/>
        </a:effectRef>
        <a:fontRef idx="minor">
          <a:schemeClr val="lt1"/>
        </a:fontRef>
      </a:style>
    </a:spDef>
    <a:lnDef>
      <a:spPr>
        <a:noFill/>
        <a:ln w="12700" cmpd="sng">
          <a:solidFill>
            <a:srgbClr val="F20000"/>
          </a:solidFill>
          <a:prstDash val="solid"/>
          <a:tailEnd type="arrow"/>
        </a:ln>
      </a:spPr>
      <a:bodyPr/>
      <a:lstStyle/>
    </a:lnDef>
  </a:objectDefaul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c8a3c59a-3bb1-4ac4-8580-9b2ba74cfe5b">
      <Terms xmlns="http://schemas.microsoft.com/office/infopath/2007/PartnerControls"/>
    </lcf76f155ced4ddcb4097134ff3c332f>
    <TaxCatchAll xmlns="56bf2a1e-b0f5-401e-a825-4d0cd333482d" xsi:nil="true"/>
  </documentManagement>
</p:properties>
</file>

<file path=customXml/item2.xml><?xml version="1.0" encoding="utf-8"?>
<ct:contentTypeSchema xmlns:ct="http://schemas.microsoft.com/office/2006/metadata/contentType" xmlns:ma="http://schemas.microsoft.com/office/2006/metadata/properties/metaAttributes" ct:_="" ma:_="" ma:contentTypeName="ドキュメント" ma:contentTypeID="0x010100EEEA4EB4B1C87045B2C7B9E34AE6DFF4" ma:contentTypeVersion="19" ma:contentTypeDescription="新しいドキュメントを作成します。" ma:contentTypeScope="" ma:versionID="195f4af887e8b02337b1b142d1f847de">
  <xsd:schema xmlns:xsd="http://www.w3.org/2001/XMLSchema" xmlns:xs="http://www.w3.org/2001/XMLSchema" xmlns:p="http://schemas.microsoft.com/office/2006/metadata/properties" xmlns:ns2="c8a3c59a-3bb1-4ac4-8580-9b2ba74cfe5b" xmlns:ns3="56bf2a1e-b0f5-401e-a825-4d0cd333482d" targetNamespace="http://schemas.microsoft.com/office/2006/metadata/properties" ma:root="true" ma:fieldsID="81e6449237d2fc142489e0904e1e7166" ns2:_="" ns3:_="">
    <xsd:import namespace="c8a3c59a-3bb1-4ac4-8580-9b2ba74cfe5b"/>
    <xsd:import namespace="56bf2a1e-b0f5-401e-a825-4d0cd333482d"/>
    <xsd:element name="properties">
      <xsd:complexType>
        <xsd:sequence>
          <xsd:element name="documentManagement">
            <xsd:complexType>
              <xsd:all>
                <xsd:element ref="ns2:MediaServiceMetadata" minOccurs="0"/>
                <xsd:element ref="ns2:MediaServiceFastMetadata" minOccurs="0"/>
                <xsd:element ref="ns2:MediaServiceDateTaken" minOccurs="0"/>
                <xsd:element ref="ns2:MediaServiceAutoTags" minOccurs="0"/>
                <xsd:element ref="ns2:MediaServiceLocation" minOccurs="0"/>
                <xsd:element ref="ns2:MediaServiceGenerationTime" minOccurs="0"/>
                <xsd:element ref="ns2:MediaServiceEventHashCode" minOccurs="0"/>
                <xsd:element ref="ns2:MediaServiceOCR" minOccurs="0"/>
                <xsd:element ref="ns2:MediaServiceAutoKeyPoints" minOccurs="0"/>
                <xsd:element ref="ns2:MediaServiceKeyPoints" minOccurs="0"/>
                <xsd:element ref="ns3:SharedWithUsers" minOccurs="0"/>
                <xsd:element ref="ns3:SharedWithDetails" minOccurs="0"/>
                <xsd:element ref="ns2:MediaLengthInSeconds" minOccurs="0"/>
                <xsd:element ref="ns2:lcf76f155ced4ddcb4097134ff3c332f" minOccurs="0"/>
                <xsd:element ref="ns3:TaxCatchAll"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c8a3c59a-3bb1-4ac4-8580-9b2ba74cfe5b"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ServiceAutoTags" ma:index="11" nillable="true" ma:displayName="Tags" ma:internalName="MediaServiceAutoTags" ma:readOnly="true">
      <xsd:simpleType>
        <xsd:restriction base="dms:Text"/>
      </xsd:simpleType>
    </xsd:element>
    <xsd:element name="MediaServiceLocation" ma:index="12" nillable="true" ma:displayName="Location" ma:internalName="MediaServiceLocation"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EventHashCode" ma:index="14" nillable="true" ma:displayName="MediaServiceEventHashCode" ma:hidden="true" ma:internalName="MediaServiceEventHashCode" ma:readOnly="true">
      <xsd:simpleType>
        <xsd:restriction base="dms:Text"/>
      </xsd:simpleType>
    </xsd:element>
    <xsd:element name="MediaServiceOCR" ma:index="15" nillable="true" ma:displayName="Extracted Text" ma:internalName="MediaServiceOCR" ma:readOnly="true">
      <xsd:simpleType>
        <xsd:restriction base="dms:Note">
          <xsd:maxLength value="255"/>
        </xsd:restriction>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true">
      <xsd:simpleType>
        <xsd:restriction base="dms:Note">
          <xsd:maxLength value="255"/>
        </xsd:restriction>
      </xsd:simpleType>
    </xsd:element>
    <xsd:element name="MediaLengthInSeconds" ma:index="20" nillable="true" ma:displayName="Length (seconds)" ma:internalName="MediaLengthInSeconds" ma:readOnly="true">
      <xsd:simpleType>
        <xsd:restriction base="dms:Unknown"/>
      </xsd:simpleType>
    </xsd:element>
    <xsd:element name="lcf76f155ced4ddcb4097134ff3c332f" ma:index="22" nillable="true" ma:taxonomy="true" ma:internalName="lcf76f155ced4ddcb4097134ff3c332f" ma:taxonomyFieldName="MediaServiceImageTags" ma:displayName="画像タグ" ma:readOnly="false" ma:fieldId="{5cf76f15-5ced-4ddc-b409-7134ff3c332f}" ma:taxonomyMulti="true" ma:sspId="60da577d-8c11-42e1-9807-59d1f71190c8"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4" nillable="true" ma:displayName="MediaServiceObjectDetectorVersions" ma:description=""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56bf2a1e-b0f5-401e-a825-4d0cd333482d" elementFormDefault="qualified">
    <xsd:import namespace="http://schemas.microsoft.com/office/2006/documentManagement/types"/>
    <xsd:import namespace="http://schemas.microsoft.com/office/infopath/2007/PartnerControls"/>
    <xsd:element name="SharedWithUsers" ma:index="18" nillable="true" ma:displayName="共有相手"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9" nillable="true" ma:displayName="共有相手の詳細情報" ma:internalName="SharedWithDetails" ma:readOnly="true">
      <xsd:simpleType>
        <xsd:restriction base="dms:Note">
          <xsd:maxLength value="255"/>
        </xsd:restriction>
      </xsd:simpleType>
    </xsd:element>
    <xsd:element name="TaxCatchAll" ma:index="23" nillable="true" ma:displayName="Taxonomy Catch All Column" ma:hidden="true" ma:list="{afb7adad-3fb7-4e7a-8b83-8b41f07d25c8}" ma:internalName="TaxCatchAll" ma:showField="CatchAllData" ma:web="56bf2a1e-b0f5-401e-a825-4d0cd333482d">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コンテンツ タイプ"/>
        <xsd:element ref="dc:title" minOccurs="0" maxOccurs="1" ma:index="4" ma:displayName="タイトル"/>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D3FA7E84-7FC5-4C41-A4F9-8872414BB2F4}">
  <ds:schemaRefs/>
</ds:datastoreItem>
</file>

<file path=customXml/itemProps2.xml><?xml version="1.0" encoding="utf-8"?>
<ds:datastoreItem xmlns:ds="http://schemas.openxmlformats.org/officeDocument/2006/customXml" ds:itemID="{0E5148B6-4531-42C7-8EF9-49C77F467C6E}">
  <ds:schemaRefs/>
</ds:datastoreItem>
</file>

<file path=customXml/itemProps3.xml><?xml version="1.0" encoding="utf-8"?>
<ds:datastoreItem xmlns:ds="http://schemas.openxmlformats.org/officeDocument/2006/customXml" ds:itemID="{9FF3F963-4824-4617-9390-F81F48A450C9}">
  <ds:schemaRefs/>
</ds:datastoreItem>
</file>

<file path=docProps/app.xml><?xml version="1.0" encoding="utf-8"?>
<Properties xmlns="http://schemas.openxmlformats.org/officeDocument/2006/extended-properties" xmlns:vt="http://schemas.openxmlformats.org/officeDocument/2006/docPropsVTypes">
  <TotalTime>0</TotalTime>
  <Words>925</Words>
  <Application>WPS 演示</Application>
  <PresentationFormat>画面に合わせる (4:3)</PresentationFormat>
  <Paragraphs>21</Paragraphs>
  <Slides>2</Slides>
  <Notes>0</Notes>
  <HiddenSlides>0</HiddenSlides>
  <MMClips>0</MMClips>
  <ScaleCrop>false</ScaleCrop>
  <HeadingPairs>
    <vt:vector size="6" baseType="variant">
      <vt:variant>
        <vt:lpstr>已用的字体</vt:lpstr>
      </vt:variant>
      <vt:variant>
        <vt:i4>8</vt:i4>
      </vt:variant>
      <vt:variant>
        <vt:lpstr>主题</vt:lpstr>
      </vt:variant>
      <vt:variant>
        <vt:i4>1</vt:i4>
      </vt:variant>
      <vt:variant>
        <vt:lpstr>幻灯片标题</vt:lpstr>
      </vt:variant>
      <vt:variant>
        <vt:i4>2</vt:i4>
      </vt:variant>
    </vt:vector>
  </HeadingPairs>
  <TitlesOfParts>
    <vt:vector size="11" baseType="lpstr">
      <vt:lpstr>Arial</vt:lpstr>
      <vt:lpstr>SimSun</vt:lpstr>
      <vt:lpstr>Wingdings</vt:lpstr>
      <vt:lpstr>Times New Roman</vt:lpstr>
      <vt:lpstr>Microsoft YaHei</vt:lpstr>
      <vt:lpstr>Arial Unicode MS</vt:lpstr>
      <vt:lpstr>MS PGothic</vt:lpstr>
      <vt:lpstr>Calibri</vt:lpstr>
      <vt:lpstr>Office テーマ</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24742101 石津七海</dc:creator>
  <cp:lastModifiedBy>down down down down down</cp:lastModifiedBy>
  <cp:revision>325</cp:revision>
  <dcterms:created xsi:type="dcterms:W3CDTF">2025-10-02T04:01:00Z</dcterms:created>
  <dcterms:modified xsi:type="dcterms:W3CDTF">2026-10-22T11:28:38Z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0x010100EEEA4EB4B1C87045B2C7B9E34AE6DFF4</vt:lpwstr>
  </property>
  <property fmtid="{D5CDD505-2E9C-101B-9397-08002B2CF9AE}" pid="3" name="ICV">
    <vt:lpwstr>B70015103C7249FE8210DA285DD4FDE3_12</vt:lpwstr>
  </property>
  <property fmtid="{D5CDD505-2E9C-101B-9397-08002B2CF9AE}" pid="4" name="KSOProductBuildVer">
    <vt:lpwstr>2052-12.1.0.29161</vt:lpwstr>
  </property>
</Properties>
</file>