
<file path=[Content_Types].xml><?xml version="1.0" encoding="utf-8"?>
<Types xmlns="http://schemas.openxmlformats.org/package/2006/content-types">
  <Default Extension="xml" ContentType="application/xml"/>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60" r:id="rId3"/>
    <p:sldId id="359" r:id="rId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0000"/>
    <a:srgbClr val="FADB32"/>
    <a:srgbClr val="FCCA73"/>
    <a:srgbClr val="F59E0B"/>
    <a:srgbClr val="14B8A6"/>
    <a:srgbClr val="FFD700"/>
    <a:srgbClr val="FFB66F"/>
    <a:srgbClr val="FFE1C3"/>
    <a:srgbClr val="FABA67"/>
    <a:srgbClr val="FCF3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1.xml"/><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customXml" Target="../customXml/item3.xml"/><Relationship Id="rId10" Type="http://schemas.openxmlformats.org/officeDocument/2006/relationships/customXml" Target="../customXml/item2.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143000" y="1122363"/>
            <a:ext cx="6858000" cy="2387600"/>
          </a:xfrm>
        </p:spPr>
        <p:txBody>
          <a:bodyPr anchor="b"/>
          <a:lstStyle>
            <a:lvl1pPr algn="ctr">
              <a:defRPr sz="4500"/>
            </a:lvl1pPr>
          </a:lstStyle>
          <a:p>
            <a:r>
              <a:rPr kumimoji="1" lang="ja-JP" altLang="en-US"/>
              <a:t>マスター タイトルの書式設定</a:t>
            </a:r>
            <a:endParaRPr kumimoji="1" lang="ja-JP" altLang="en-US"/>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623888" y="1709739"/>
            <a:ext cx="7886700" cy="2852737"/>
          </a:xfrm>
        </p:spPr>
        <p:txBody>
          <a:bodyPr anchor="b"/>
          <a:lstStyle>
            <a:lvl1pPr>
              <a:defRPr sz="4500"/>
            </a:lvl1p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ja-JP" altLang="en-US"/>
              <a:t>マスター テキストの書式設定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sz="half" idx="1"/>
          </p:nvPr>
        </p:nvSpPr>
        <p:spPr>
          <a:xfrm>
            <a:off x="6286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コンテンツ プレースホルダー 3"/>
          <p:cNvSpPr>
            <a:spLocks noGrp="1"/>
          </p:cNvSpPr>
          <p:nvPr>
            <p:ph sz="half" idx="2"/>
          </p:nvPr>
        </p:nvSpPr>
        <p:spPr>
          <a:xfrm>
            <a:off x="46291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365126"/>
            <a:ext cx="7886700" cy="1325563"/>
          </a:xfrm>
        </p:spPr>
        <p:txBody>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4" name="コンテンツ プレースホルダー 3"/>
          <p:cNvSpPr>
            <a:spLocks noGrp="1"/>
          </p:cNvSpPr>
          <p:nvPr>
            <p:ph sz="half" idx="2"/>
          </p:nvPr>
        </p:nvSpPr>
        <p:spPr>
          <a:xfrm>
            <a:off x="629842" y="2505075"/>
            <a:ext cx="3868340"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テキスト プレースホルダー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6" name="コンテンツ プレースホルダー 5"/>
          <p:cNvSpPr>
            <a:spLocks noGrp="1"/>
          </p:cNvSpPr>
          <p:nvPr>
            <p:ph sz="quarter" idx="4"/>
          </p:nvPr>
        </p:nvSpPr>
        <p:spPr>
          <a:xfrm>
            <a:off x="4629150" y="2505075"/>
            <a:ext cx="3887391"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7" name="日付プレースホルダー 6"/>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205954" y="94797"/>
            <a:ext cx="7886700" cy="488889"/>
          </a:xfrm>
        </p:spPr>
        <p:txBody>
          <a:bodyPr>
            <a:normAutofit/>
          </a:bodyPr>
          <a:lstStyle>
            <a:lvl1pPr>
              <a:defRPr sz="2800"/>
            </a:lvl1pPr>
          </a:lstStyle>
          <a:p>
            <a:r>
              <a:rPr kumimoji="1" lang="ja-JP" altLang="en-US"/>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cxnSp>
        <p:nvCxnSpPr>
          <p:cNvPr id="7" name="直線コネクタ 6"/>
          <p:cNvCxnSpPr/>
          <p:nvPr userDrawn="1"/>
        </p:nvCxn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5" name="スライド番号プレースホルダー 4"/>
          <p:cNvSpPr>
            <a:spLocks noGrp="1"/>
          </p:cNvSpPr>
          <p:nvPr>
            <p:ph type="sldNum" sz="quarter" idx="12"/>
          </p:nvPr>
        </p:nvSpPr>
        <p:spPr>
          <a:xfrm>
            <a:off x="7063954" y="6574305"/>
            <a:ext cx="2057400" cy="365125"/>
          </a:xfrm>
        </p:spPr>
        <p:txBody>
          <a:bodyPr/>
          <a:lstStyle>
            <a:lvl1pPr>
              <a:defRPr sz="1400">
                <a:solidFill>
                  <a:schemeClr val="accent1">
                    <a:lumMod val="75000"/>
                  </a:schemeClr>
                </a:solidFill>
              </a:defRPr>
            </a:lvl1pPr>
          </a:lstStyle>
          <a:p>
            <a:fld id="{6F00E456-75B8-4C92-99E8-A0CAB60115A8}" type="slidenum">
              <a:rPr lang="ja-JP" altLang="en-US" smtClean="0"/>
            </a:fld>
            <a:endParaRPr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543675" y="365125"/>
            <a:ext cx="1971675" cy="5811838"/>
          </a:xfrm>
        </p:spPr>
        <p:txBody>
          <a:bodyPr vert="eaVert"/>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628650" y="365125"/>
            <a:ext cx="5800725" cy="5811838"/>
          </a:xfrm>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F00E456-75B8-4C92-99E8-A0CAB60115A8}" type="slidenum">
              <a:rPr kumimoji="1" lang="ja-JP" altLang="en-US" smtClean="0"/>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3823335"/>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：为什么要使用回归模型，分类模型不行吗</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a:t>
            </a:r>
            <a:r>
              <a:rPr lang="en-US" altLang="zh-CN">
                <a:ea typeface="SimSun" panose="02010600030101010101" pitchFamily="2" charset="-122"/>
              </a:rPr>
              <a:t>Classification models can recognize discrete gestures, such as opening and closing the hand. However, they do not directly provide continuous fingertip aperture information. This may limit the ability to reproduce natural human grasping movements.</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：分类模型也能做到那个动作，为什么要使用回归模型</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：或许在某个时间点，机械手会处于那个动作。</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：为什么选择</a:t>
            </a:r>
            <a:r>
              <a:rPr lang="en-US" altLang="zh-CN">
                <a:ea typeface="SimSun" panose="02010600030101010101" pitchFamily="2" charset="-122"/>
              </a:rPr>
              <a:t>MLP</a:t>
            </a:r>
            <a:br>
              <a:rPr lang="en-US" altLang="zh-CN">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：最开始我因为构建简单而选择他，然后也很轻巧，发现效果还可以就先没换模型。之后我会尝试用其他模型来对比看会有多少提升。</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sym typeface="+mn-ea"/>
              </a:rPr>
              <a:t>Q</a:t>
            </a:r>
            <a:r>
              <a:rPr lang="zh-CN" altLang="en-US">
                <a:ea typeface="SimSun" panose="02010600030101010101" pitchFamily="2" charset="-122"/>
                <a:sym typeface="+mn-ea"/>
              </a:rPr>
              <a:t>：2个隐藏层，每层32个神经元。为什么这样设置</a:t>
            </a:r>
            <a:br>
              <a:rPr lang="zh-CN" altLang="en-US">
                <a:ea typeface="SimSun" panose="02010600030101010101" pitchFamily="2" charset="-122"/>
                <a:sym typeface="+mn-ea"/>
              </a:rPr>
            </a:br>
            <a:r>
              <a:rPr lang="en-US" altLang="zh-CN">
                <a:ea typeface="SimSun" panose="02010600030101010101" pitchFamily="2" charset="-122"/>
                <a:sym typeface="+mn-ea"/>
              </a:rPr>
              <a:t>A</a:t>
            </a:r>
            <a:r>
              <a:rPr lang="zh-CN" altLang="en-US">
                <a:ea typeface="SimSun" panose="02010600030101010101" pitchFamily="2" charset="-122"/>
                <a:sym typeface="+mn-ea"/>
              </a:rPr>
              <a:t>：我是根据大众设置，但我要说的是大部分是这样设置的，设置的理由是</a:t>
            </a:r>
            <a:r>
              <a:rPr lang="en-US" altLang="zh-CN">
                <a:ea typeface="SimSun" panose="02010600030101010101" pitchFamily="2" charset="-122"/>
                <a:sym typeface="+mn-ea"/>
              </a:rPr>
              <a:t>...</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81838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a:t>
            </a:r>
            <a:r>
              <a:rPr lang="en-US" altLang="zh-CN"/>
              <a:t>Why did you choose distance as the only input variable?</a:t>
            </a:r>
            <a:endParaRPr lang="en-US" altLang="zh-CN"/>
          </a:p>
          <a:p>
            <a:pPr indent="0">
              <a:lnSpc>
                <a:spcPct val="90000"/>
              </a:lnSpc>
              <a:buFont typeface="Arial" panose="020B0604020202020204" pitchFamily="34" charset="0"/>
              <a:buNone/>
            </a:pPr>
            <a:r>
              <a:rPr lang="en-US" altLang="zh-CN"/>
              <a:t>A</a:t>
            </a:r>
            <a:r>
              <a:rPr lang="zh-CN" altLang="en-US">
                <a:ea typeface="SimSun" panose="02010600030101010101" pitchFamily="2" charset="-122"/>
              </a:rPr>
              <a:t>：</a:t>
            </a:r>
            <a:r>
              <a:rPr lang="en-US" altLang="zh-CN">
                <a:ea typeface="SimSun" panose="02010600030101010101" pitchFamily="2" charset="-122"/>
              </a:rPr>
              <a:t>In my previous experiments, the camera was attached to the arm, using a relative coordinate system. However, the prediction performance was not satisfactory.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Therefore, I tried fixing the camera in an absolute coordinate system, and the results improved significantly.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In this setup, distance is a suitable input variable because it reflects how the hand approaches the object.</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 experimental results also suggest a nonlinear relationship between distance and fingertip aperture.</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p>
          <a:p>
            <a:pPr indent="0">
              <a:lnSpc>
                <a:spcPct val="90000"/>
              </a:lnSpc>
              <a:buFont typeface="Arial" panose="020B0604020202020204" pitchFamily="34" charset="0"/>
              <a:buNone/>
            </a:pPr>
            <a:r>
              <a:rPr lang="en-US" altLang="zh-CN">
                <a:sym typeface="+mn-ea"/>
              </a:rPr>
              <a:t>Q</a:t>
            </a:r>
            <a:r>
              <a:rPr lang="zh-CN" altLang="en-US">
                <a:ea typeface="SimSun" panose="02010600030101010101" pitchFamily="2" charset="-122"/>
                <a:sym typeface="+mn-ea"/>
              </a:rPr>
              <a:t>：</a:t>
            </a:r>
            <a:r>
              <a:rPr lang="en-US" altLang="zh-CN"/>
              <a:t>R²</a:t>
            </a:r>
            <a:r>
              <a:rPr lang="zh-CN" altLang="en-US">
                <a:ea typeface="SimSun" panose="02010600030101010101" pitchFamily="2" charset="-122"/>
              </a:rPr>
              <a:t>是什么</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：为什么使用</a:t>
            </a:r>
            <a:r>
              <a:rPr lang="en-US" altLang="zh-CN">
                <a:ea typeface="SimSun" panose="02010600030101010101" pitchFamily="2" charset="-122"/>
              </a:rPr>
              <a:t>PX</a:t>
            </a:r>
            <a:r>
              <a:rPr lang="zh-CN" altLang="en-US">
                <a:ea typeface="SimSun" panose="02010600030101010101" pitchFamily="2" charset="-122"/>
              </a:rPr>
              <a:t>？不会有什么问题吗？</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a:t>
            </a:r>
            <a:r>
              <a:rPr lang="en-US" altLang="zh-CN">
                <a:ea typeface="SimSun" panose="02010600030101010101" pitchFamily="2" charset="-122"/>
              </a:rPr>
              <a:t>Nomalized RMSE</a:t>
            </a:r>
            <a:r>
              <a:rPr lang="zh-CN" altLang="en-US">
                <a:ea typeface="SimSun" panose="02010600030101010101" pitchFamily="2" charset="-122"/>
              </a:rPr>
              <a:t>是怎么算的</a:t>
            </a: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A</a:t>
            </a:r>
            <a:r>
              <a:rPr lang="zh-CN" altLang="en-US">
                <a:ea typeface="SimSun" panose="02010600030101010101" pitchFamily="2" charset="-122"/>
              </a:rPr>
              <a:t>：每一组与其他 29 组的平均曲线比较</a:t>
            </a: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4B8A6"/>
          </a:solidFill>
          <a:tailEnd type="triangle"/>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noFill/>
        <a:ln w="12700" cmpd="sng">
          <a:solidFill>
            <a:srgbClr val="F20000"/>
          </a:solidFill>
          <a:prstDash val="solid"/>
          <a:tailEnd type="arrow"/>
        </a:ln>
      </a:spPr>
      <a:body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EEEA4EB4B1C87045B2C7B9E34AE6DFF4" ma:contentTypeVersion="19" ma:contentTypeDescription="新しいドキュメントを作成します。" ma:contentTypeScope="" ma:versionID="195f4af887e8b02337b1b142d1f847de">
  <xsd:schema xmlns:xsd="http://www.w3.org/2001/XMLSchema" xmlns:xs="http://www.w3.org/2001/XMLSchema" xmlns:p="http://schemas.microsoft.com/office/2006/metadata/properties" xmlns:ns2="c8a3c59a-3bb1-4ac4-8580-9b2ba74cfe5b" xmlns:ns3="56bf2a1e-b0f5-401e-a825-4d0cd333482d" targetNamespace="http://schemas.microsoft.com/office/2006/metadata/properties" ma:root="true" ma:fieldsID="81e6449237d2fc142489e0904e1e7166" ns2:_="" ns3:_="">
    <xsd:import namespace="c8a3c59a-3bb1-4ac4-8580-9b2ba74cfe5b"/>
    <xsd:import namespace="56bf2a1e-b0f5-401e-a825-4d0cd333482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Location"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a3c59a-3bb1-4ac4-8580-9b2ba74cfe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60da577d-8c11-42e1-9807-59d1f71190c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f2a1e-b0f5-401e-a825-4d0cd333482d"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afb7adad-3fb7-4e7a-8b83-8b41f07d25c8}" ma:internalName="TaxCatchAll" ma:showField="CatchAllData" ma:web="56bf2a1e-b0f5-401e-a825-4d0cd333482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8a3c59a-3bb1-4ac4-8580-9b2ba74cfe5b">
      <Terms xmlns="http://schemas.microsoft.com/office/infopath/2007/PartnerControls"/>
    </lcf76f155ced4ddcb4097134ff3c332f>
    <TaxCatchAll xmlns="56bf2a1e-b0f5-401e-a825-4d0cd333482d" xsi:nil="true"/>
  </documentManagement>
</p:properties>
</file>

<file path=customXml/itemProps1.xml><?xml version="1.0" encoding="utf-8"?>
<ds:datastoreItem xmlns:ds="http://schemas.openxmlformats.org/officeDocument/2006/customXml" ds:itemID="{0E5148B6-4531-42C7-8EF9-49C77F467C6E}">
  <ds:schemaRefs/>
</ds:datastoreItem>
</file>

<file path=customXml/itemProps2.xml><?xml version="1.0" encoding="utf-8"?>
<ds:datastoreItem xmlns:ds="http://schemas.openxmlformats.org/officeDocument/2006/customXml" ds:itemID="{9FF3F963-4824-4617-9390-F81F48A450C9}">
  <ds:schemaRefs/>
</ds:datastoreItem>
</file>

<file path=customXml/itemProps3.xml><?xml version="1.0" encoding="utf-8"?>
<ds:datastoreItem xmlns:ds="http://schemas.openxmlformats.org/officeDocument/2006/customXml" ds:itemID="{D3FA7E84-7FC5-4C41-A4F9-8872414BB2F4}">
  <ds:schemaRefs/>
</ds:datastoreItem>
</file>

<file path=docProps/app.xml><?xml version="1.0" encoding="utf-8"?>
<Properties xmlns="http://schemas.openxmlformats.org/officeDocument/2006/extended-properties" xmlns:vt="http://schemas.openxmlformats.org/officeDocument/2006/docPropsVTypes">
  <TotalTime>0</TotalTime>
  <Words>1054</Words>
  <Application>WPS 演示</Application>
  <PresentationFormat>画面に合わせる (4:3)</PresentationFormat>
  <Paragraphs>25</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vt:i4>
      </vt:variant>
    </vt:vector>
  </HeadingPairs>
  <TitlesOfParts>
    <vt:vector size="11" baseType="lpstr">
      <vt:lpstr>Arial</vt:lpstr>
      <vt:lpstr>SimSun</vt:lpstr>
      <vt:lpstr>Wingdings</vt:lpstr>
      <vt:lpstr>Times New Roman</vt:lpstr>
      <vt:lpstr>Microsoft YaHei</vt:lpstr>
      <vt:lpstr>Arial Unicode MS</vt:lpstr>
      <vt:lpstr>MS PGothic</vt:lpstr>
      <vt:lpstr>Calibri</vt:lpstr>
      <vt:lpstr>Office テーマ</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24742101 石津七海</dc:creator>
  <cp:lastModifiedBy>down down down down down</cp:lastModifiedBy>
  <cp:revision>327</cp:revision>
  <dcterms:created xsi:type="dcterms:W3CDTF">2025-10-02T04:01:00Z</dcterms:created>
  <dcterms:modified xsi:type="dcterms:W3CDTF">2026-10-23T04:59:15Z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0x010100EEEA4EB4B1C87045B2C7B9E34AE6DFF4</vt:lpwstr>
  </property>
  <property fmtid="{D5CDD505-2E9C-101B-9397-08002B2CF9AE}" pid="3" name="ICV">
    <vt:lpwstr>B70015103C7249FE8210DA285DD4FDE3_12</vt:lpwstr>
  </property>
  <property fmtid="{D5CDD505-2E9C-101B-9397-08002B2CF9AE}" pid="4" name="KSOProductBuildVer">
    <vt:lpwstr>2052-12.1.0.29161</vt:lpwstr>
  </property>
</Properties>
</file>