
<file path=[Content_Types].xml><?xml version="1.0" encoding="utf-8"?>
<Types xmlns="http://schemas.openxmlformats.org/package/2006/content-types">
  <Default Extension="png" ContentType="image/png"/>
  <Default Extension="mp4" ContentType="video/mp4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4"/>
  </p:notesMasterIdLst>
  <p:sldIdLst>
    <p:sldId id="298" r:id="rId3"/>
    <p:sldId id="304" r:id="rId5"/>
    <p:sldId id="305" r:id="rId6"/>
    <p:sldId id="301" r:id="rId7"/>
    <p:sldId id="302" r:id="rId8"/>
    <p:sldId id="300" r:id="rId9"/>
    <p:sldId id="303" r:id="rId10"/>
    <p:sldId id="299" r:id="rId11"/>
  </p:sldIdLst>
  <p:sldSz cx="9144000" cy="6858000"/>
  <p:notesSz cx="68580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59E0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>
        <p:scale>
          <a:sx n="1" d="1"/>
          <a:sy n="1" d="1"/>
        </p:scale>
        <p:origin x="0" y="0"/>
      </p:cViewPr>
      <p:guideLst/>
    </p:cSldViewPr>
  </p:slideViewPr>
  <p:gridSpacing cx="72008" cy="72008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6.xml"/><Relationship Id="rId8" Type="http://schemas.openxmlformats.org/officeDocument/2006/relationships/slide" Target="slides/slide5.xml"/><Relationship Id="rId7" Type="http://schemas.openxmlformats.org/officeDocument/2006/relationships/slide" Target="slides/slide4.xml"/><Relationship Id="rId6" Type="http://schemas.openxmlformats.org/officeDocument/2006/relationships/slide" Target="slides/slide3.xml"/><Relationship Id="rId5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3" Type="http://schemas.openxmlformats.org/officeDocument/2006/relationships/slide" Target="slides/slide1.xml"/><Relationship Id="rId2" Type="http://schemas.openxmlformats.org/officeDocument/2006/relationships/theme" Target="theme/theme1.xml"/><Relationship Id="rId14" Type="http://schemas.openxmlformats.org/officeDocument/2006/relationships/tableStyles" Target="tableStyles.xml"/><Relationship Id="rId13" Type="http://schemas.openxmlformats.org/officeDocument/2006/relationships/viewProps" Target="viewProps.xml"/><Relationship Id="rId12" Type="http://schemas.openxmlformats.org/officeDocument/2006/relationships/presProps" Target="presProps.xml"/><Relationship Id="rId11" Type="http://schemas.openxmlformats.org/officeDocument/2006/relationships/slide" Target="slides/slide8.xml"/><Relationship Id="rId10" Type="http://schemas.openxmlformats.org/officeDocument/2006/relationships/slide" Target="slides/slide7.xml"/><Relationship Id="rId1" Type="http://schemas.openxmlformats.org/officeDocument/2006/relationships/slideMaster" Target="slideMasters/slide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/>
      <p:sp>
        <p:nvSpPr>
          <p:cNvPr id="2" name="Header Placeholder"/>
          <p:cNvSpPr/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5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6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7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/>
      <p:sp>
        <p:nvSpPr>
          <p:cNvPr id="2" name="タイトル 1"/>
          <p:cNvSpPr>
            <a:spLocks noGrp="1"/>
          </p:cNvSpPr>
          <p:nvPr>
            <p:ph type="ctrTitle"/>
          </p:nvPr>
        </p:nvSpPr>
        <p:spPr>
          <a:xfrm>
            <a:off x="1143000" y="1122363"/>
            <a:ext cx="6858000" cy="2387600"/>
          </a:xfrm>
        </p:spPr>
        <p:txBody>
          <a:bodyPr anchor="b"/>
          <a:lstStyle>
            <a:lvl1pPr algn="ctr">
              <a:buNone/>
              <a:defRPr sz="4500"/>
            </a:lvl1pPr>
          </a:lstStyle>
          <a:p>
            <a:r>
              <a:t>マスター タイトルの書式設定</a:t>
            </a:r>
          </a:p>
        </p:txBody>
      </p:sp>
      <p:sp>
        <p:nvSpPr>
          <p:cNvPr id="3" name="字幕 2"/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</p:spPr>
        <p:txBody>
          <a:bodyPr/>
          <a:lstStyle>
            <a:lvl1pPr marL="0" indent="0" algn="ctr">
              <a:buNone/>
              <a:defRPr sz="1800"/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t>マスター サブタイトルの書式設定</a:t>
            </a:r>
          </a:p>
        </p:txBody>
      </p:sp>
      <p:sp>
        <p:nvSpPr>
          <p:cNvPr id="4" name="日付プレースホルダー 3"/>
          <p:cNvSpPr>
            <a:spLocks noGrp="1"/>
          </p:cNvSpPr>
          <p:nvPr>
            <p:ph type="dt" idx="10"/>
          </p:nvPr>
        </p:nvSpPr>
        <p:spPr/>
        <p:txBody>
          <a:bodyPr/>
          <a:lstStyle/>
          <a:p/>
        </p:txBody>
      </p:sp>
      <p:sp>
        <p:nvSpPr>
          <p:cNvPr id="5" name="フッター プレースホルダー 4"/>
          <p:cNvSpPr>
            <a:spLocks noGrp="1"/>
          </p:cNvSpPr>
          <p:nvPr>
            <p:ph type="ftr" idx="11"/>
          </p:nvPr>
        </p:nvSpPr>
        <p:spPr/>
        <p:txBody>
          <a:bodyPr/>
          <a:lstStyle/>
          <a:p/>
        </p:txBody>
      </p:sp>
      <p:sp>
        <p:nvSpPr>
          <p:cNvPr id="6" name="スライド番号プレースホルダー 5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/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/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マスター タイトルの書式設定</a:t>
            </a:r>
          </a:p>
        </p:txBody>
      </p:sp>
      <p:sp>
        <p:nvSpPr>
          <p:cNvPr id="3" name="コンテンツ プレースホルダー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>
              <a:buNone/>
            </a:pPr>
            <a:r>
              <a:t>マスター テキストの書式設定</a:t>
            </a:r>
          </a:p>
          <a:p>
            <a:pPr lvl="1">
              <a:buNone/>
            </a:pPr>
            <a:r>
              <a:t>第 </a:t>
            </a:r>
            <a:r>
              <a:t>2 </a:t>
            </a:r>
            <a:r>
              <a:t>レベル</a:t>
            </a:r>
          </a:p>
          <a:p>
            <a:pPr lvl="2">
              <a:buNone/>
            </a:pPr>
            <a:r>
              <a:t>第 </a:t>
            </a:r>
            <a:r>
              <a:t>3 </a:t>
            </a:r>
            <a:r>
              <a:t>レベル</a:t>
            </a:r>
          </a:p>
          <a:p>
            <a:pPr lvl="3">
              <a:buNone/>
            </a:pPr>
            <a:r>
              <a:t>第 </a:t>
            </a:r>
            <a:r>
              <a:t>4 </a:t>
            </a:r>
            <a:r>
              <a:t>レベル</a:t>
            </a:r>
          </a:p>
          <a:p>
            <a:pPr lvl="4">
              <a:buNone/>
            </a:pPr>
            <a:r>
              <a:t>第 </a:t>
            </a:r>
            <a:r>
              <a:t>5 </a:t>
            </a:r>
            <a:r>
              <a:t>レベル</a:t>
            </a:r>
          </a:p>
        </p:txBody>
      </p:sp>
      <p:sp>
        <p:nvSpPr>
          <p:cNvPr id="4" name="日付プレースホルダー 3"/>
          <p:cNvSpPr>
            <a:spLocks noGrp="1"/>
          </p:cNvSpPr>
          <p:nvPr>
            <p:ph type="dt" idx="10"/>
          </p:nvPr>
        </p:nvSpPr>
        <p:spPr/>
        <p:txBody>
          <a:bodyPr/>
          <a:lstStyle/>
          <a:p/>
        </p:txBody>
      </p:sp>
      <p:sp>
        <p:nvSpPr>
          <p:cNvPr id="5" name="フッター プレースホルダー 4"/>
          <p:cNvSpPr>
            <a:spLocks noGrp="1"/>
          </p:cNvSpPr>
          <p:nvPr>
            <p:ph type="ftr" idx="11"/>
          </p:nvPr>
        </p:nvSpPr>
        <p:spPr/>
        <p:txBody>
          <a:bodyPr/>
          <a:lstStyle/>
          <a:p/>
        </p:txBody>
      </p:sp>
      <p:sp>
        <p:nvSpPr>
          <p:cNvPr id="6" name="スライド番号プレースホルダー 5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/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/>
      <p:sp>
        <p:nvSpPr>
          <p:cNvPr id="2" name="タイトル 1"/>
          <p:cNvSpPr>
            <a:spLocks noGrp="1"/>
          </p:cNvSpPr>
          <p:nvPr>
            <p:ph type="title"/>
          </p:nvPr>
        </p:nvSpPr>
        <p:spPr>
          <a:xfrm>
            <a:off x="623888" y="1709739"/>
            <a:ext cx="7886700" cy="2852737"/>
          </a:xfrm>
        </p:spPr>
        <p:txBody>
          <a:bodyPr anchor="b"/>
          <a:lstStyle>
            <a:lvl1pPr>
              <a:buNone/>
              <a:defRPr sz="4500"/>
            </a:lvl1pPr>
          </a:lstStyle>
          <a:p>
            <a:r>
              <a:t>マスター タイトルの書式設定</a:t>
            </a:r>
          </a:p>
        </p:txBody>
      </p:sp>
      <p:sp>
        <p:nvSpPr>
          <p:cNvPr id="3" name="テキスト プレースホルダー 2"/>
          <p:cNvSpPr>
            <a:spLocks noGrp="1"/>
          </p:cNvSpPr>
          <p:nvPr>
            <p:ph type="body" idx="1"/>
          </p:nvPr>
        </p:nvSpPr>
        <p:spPr>
          <a:xfrm>
            <a:off x="623888" y="4589464"/>
            <a:ext cx="7886700" cy="1500187"/>
          </a:xfrm>
        </p:spPr>
        <p:txBody>
          <a:bodyPr/>
          <a:lstStyle>
            <a:lvl1pPr marL="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1pPr>
            <a:lvl2pPr marL="342900" indent="0">
              <a:buNone/>
              <a:defRPr sz="1500">
                <a:solidFill>
                  <a:schemeClr val="tx1">
                    <a:tint val="82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82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>
              <a:buNone/>
            </a:pPr>
            <a:r>
              <a:t>マスター テキストの書式設定</a:t>
            </a:r>
          </a:p>
        </p:txBody>
      </p:sp>
      <p:sp>
        <p:nvSpPr>
          <p:cNvPr id="4" name="日付プレースホルダー 3"/>
          <p:cNvSpPr>
            <a:spLocks noGrp="1"/>
          </p:cNvSpPr>
          <p:nvPr>
            <p:ph type="dt" idx="10"/>
          </p:nvPr>
        </p:nvSpPr>
        <p:spPr/>
        <p:txBody>
          <a:bodyPr/>
          <a:lstStyle/>
          <a:p/>
        </p:txBody>
      </p:sp>
      <p:sp>
        <p:nvSpPr>
          <p:cNvPr id="5" name="フッター プレースホルダー 4"/>
          <p:cNvSpPr>
            <a:spLocks noGrp="1"/>
          </p:cNvSpPr>
          <p:nvPr>
            <p:ph type="ftr" idx="11"/>
          </p:nvPr>
        </p:nvSpPr>
        <p:spPr/>
        <p:txBody>
          <a:bodyPr/>
          <a:lstStyle/>
          <a:p/>
        </p:txBody>
      </p:sp>
      <p:sp>
        <p:nvSpPr>
          <p:cNvPr id="6" name="スライド番号プレースホルダー 5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/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/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マスター タイトルの書式設定</a:t>
            </a:r>
          </a:p>
        </p:txBody>
      </p:sp>
      <p:sp>
        <p:nvSpPr>
          <p:cNvPr id="3" name="コンテンツ プレースホルダー 2"/>
          <p:cNvSpPr>
            <a:spLocks noGrp="1"/>
          </p:cNvSpPr>
          <p:nvPr>
            <p:ph idx="1"/>
          </p:nvPr>
        </p:nvSpPr>
        <p:spPr>
          <a:xfrm>
            <a:off x="628650" y="1825625"/>
            <a:ext cx="3886200" cy="4351338"/>
          </a:xfrm>
        </p:spPr>
        <p:txBody>
          <a:bodyPr/>
          <a:lstStyle/>
          <a:p>
            <a:pPr lvl="0">
              <a:buNone/>
            </a:pPr>
            <a:r>
              <a:t>マスター テキストの書式設定</a:t>
            </a:r>
          </a:p>
          <a:p>
            <a:pPr lvl="1">
              <a:buNone/>
            </a:pPr>
            <a:r>
              <a:t>第 </a:t>
            </a:r>
            <a:r>
              <a:t>2 </a:t>
            </a:r>
            <a:r>
              <a:t>レベル</a:t>
            </a:r>
          </a:p>
          <a:p>
            <a:pPr lvl="2">
              <a:buNone/>
            </a:pPr>
            <a:r>
              <a:t>第 </a:t>
            </a:r>
            <a:r>
              <a:t>3 </a:t>
            </a:r>
            <a:r>
              <a:t>レベル</a:t>
            </a:r>
          </a:p>
          <a:p>
            <a:pPr lvl="3">
              <a:buNone/>
            </a:pPr>
            <a:r>
              <a:t>第 </a:t>
            </a:r>
            <a:r>
              <a:t>4 </a:t>
            </a:r>
            <a:r>
              <a:t>レベル</a:t>
            </a:r>
          </a:p>
          <a:p>
            <a:pPr lvl="4">
              <a:buNone/>
            </a:pPr>
            <a:r>
              <a:t>第 </a:t>
            </a:r>
            <a:r>
              <a:t>5 </a:t>
            </a:r>
            <a:r>
              <a:t>レベル</a:t>
            </a:r>
          </a:p>
        </p:txBody>
      </p:sp>
      <p:sp>
        <p:nvSpPr>
          <p:cNvPr id="4" name="コンテンツ プレースホルダー 3"/>
          <p:cNvSpPr>
            <a:spLocks noGrp="1"/>
          </p:cNvSpPr>
          <p:nvPr>
            <p:ph idx="2"/>
          </p:nvPr>
        </p:nvSpPr>
        <p:spPr>
          <a:xfrm>
            <a:off x="4629150" y="1825625"/>
            <a:ext cx="3886200" cy="4351338"/>
          </a:xfrm>
        </p:spPr>
        <p:txBody>
          <a:bodyPr/>
          <a:lstStyle/>
          <a:p>
            <a:pPr lvl="0">
              <a:buNone/>
            </a:pPr>
            <a:r>
              <a:t>マスター テキストの書式設定</a:t>
            </a:r>
          </a:p>
          <a:p>
            <a:pPr lvl="1">
              <a:buNone/>
            </a:pPr>
            <a:r>
              <a:t>第 </a:t>
            </a:r>
            <a:r>
              <a:t>2 </a:t>
            </a:r>
            <a:r>
              <a:t>レベル</a:t>
            </a:r>
          </a:p>
          <a:p>
            <a:pPr lvl="2">
              <a:buNone/>
            </a:pPr>
            <a:r>
              <a:t>第 </a:t>
            </a:r>
            <a:r>
              <a:t>3 </a:t>
            </a:r>
            <a:r>
              <a:t>レベル</a:t>
            </a:r>
          </a:p>
          <a:p>
            <a:pPr lvl="3">
              <a:buNone/>
            </a:pPr>
            <a:r>
              <a:t>第 </a:t>
            </a:r>
            <a:r>
              <a:t>4 </a:t>
            </a:r>
            <a:r>
              <a:t>レベル</a:t>
            </a:r>
          </a:p>
          <a:p>
            <a:pPr lvl="4">
              <a:buNone/>
            </a:pPr>
            <a:r>
              <a:t>第 </a:t>
            </a:r>
            <a:r>
              <a:t>5 </a:t>
            </a:r>
            <a:r>
              <a:t>レベル</a:t>
            </a:r>
          </a:p>
        </p:txBody>
      </p:sp>
      <p:sp>
        <p:nvSpPr>
          <p:cNvPr id="5" name="日付プレースホルダー 4"/>
          <p:cNvSpPr>
            <a:spLocks noGrp="1"/>
          </p:cNvSpPr>
          <p:nvPr>
            <p:ph type="dt" idx="10"/>
          </p:nvPr>
        </p:nvSpPr>
        <p:spPr/>
        <p:txBody>
          <a:bodyPr/>
          <a:lstStyle/>
          <a:p/>
        </p:txBody>
      </p:sp>
      <p:sp>
        <p:nvSpPr>
          <p:cNvPr id="6" name="フッター プレースホルダー 5"/>
          <p:cNvSpPr>
            <a:spLocks noGrp="1"/>
          </p:cNvSpPr>
          <p:nvPr>
            <p:ph type="ftr" idx="11"/>
          </p:nvPr>
        </p:nvSpPr>
        <p:spPr/>
        <p:txBody>
          <a:bodyPr/>
          <a:lstStyle/>
          <a:p/>
        </p:txBody>
      </p:sp>
      <p:sp>
        <p:nvSpPr>
          <p:cNvPr id="7" name="スライド番号プレースホルダー 6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/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/>
      <p:sp>
        <p:nvSpPr>
          <p:cNvPr id="2" name="タイトル 1"/>
          <p:cNvSpPr>
            <a:spLocks noGrp="1"/>
          </p:cNvSpPr>
          <p:nvPr>
            <p:ph type="title"/>
          </p:nvPr>
        </p:nvSpPr>
        <p:spPr>
          <a:xfrm>
            <a:off x="629841" y="365126"/>
            <a:ext cx="7886700" cy="1325563"/>
          </a:xfrm>
        </p:spPr>
        <p:txBody>
          <a:bodyPr/>
          <a:lstStyle/>
          <a:p>
            <a:r>
              <a:t>マスター タイトルの書式設定</a:t>
            </a:r>
          </a:p>
        </p:txBody>
      </p:sp>
      <p:sp>
        <p:nvSpPr>
          <p:cNvPr id="3" name="テキスト プレースホルダー 2"/>
          <p:cNvSpPr>
            <a:spLocks noGrp="1"/>
          </p:cNvSpPr>
          <p:nvPr>
            <p:ph type="body" idx="1"/>
          </p:nvPr>
        </p:nvSpPr>
        <p:spPr>
          <a:xfrm>
            <a:off x="629842" y="1681163"/>
            <a:ext cx="3868340" cy="82391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>
              <a:buNone/>
            </a:pPr>
            <a:r>
              <a:t>マスター テキストの書式設定</a:t>
            </a:r>
          </a:p>
        </p:txBody>
      </p:sp>
      <p:sp>
        <p:nvSpPr>
          <p:cNvPr id="4" name="コンテンツ プレースホルダー 3"/>
          <p:cNvSpPr>
            <a:spLocks noGrp="1"/>
          </p:cNvSpPr>
          <p:nvPr>
            <p:ph idx="2"/>
          </p:nvPr>
        </p:nvSpPr>
        <p:spPr>
          <a:xfrm>
            <a:off x="629842" y="2505075"/>
            <a:ext cx="3868340" cy="3684588"/>
          </a:xfrm>
        </p:spPr>
        <p:txBody>
          <a:bodyPr/>
          <a:lstStyle/>
          <a:p>
            <a:pPr lvl="0">
              <a:buNone/>
            </a:pPr>
            <a:r>
              <a:t>マスター テキストの書式設定</a:t>
            </a:r>
          </a:p>
          <a:p>
            <a:pPr lvl="1">
              <a:buNone/>
            </a:pPr>
            <a:r>
              <a:t>第 </a:t>
            </a:r>
            <a:r>
              <a:t>2 </a:t>
            </a:r>
            <a:r>
              <a:t>レベル</a:t>
            </a:r>
          </a:p>
          <a:p>
            <a:pPr lvl="2">
              <a:buNone/>
            </a:pPr>
            <a:r>
              <a:t>第 </a:t>
            </a:r>
            <a:r>
              <a:t>3 </a:t>
            </a:r>
            <a:r>
              <a:t>レベル</a:t>
            </a:r>
          </a:p>
          <a:p>
            <a:pPr lvl="3">
              <a:buNone/>
            </a:pPr>
            <a:r>
              <a:t>第 </a:t>
            </a:r>
            <a:r>
              <a:t>4 </a:t>
            </a:r>
            <a:r>
              <a:t>レベル</a:t>
            </a:r>
          </a:p>
          <a:p>
            <a:pPr lvl="4">
              <a:buNone/>
            </a:pPr>
            <a:r>
              <a:t>第 </a:t>
            </a:r>
            <a:r>
              <a:t>5 </a:t>
            </a:r>
            <a:r>
              <a:t>レベル</a:t>
            </a:r>
          </a:p>
        </p:txBody>
      </p:sp>
      <p:sp>
        <p:nvSpPr>
          <p:cNvPr id="5" name="テキスト プレースホルダー 4"/>
          <p:cNvSpPr>
            <a:spLocks noGrp="1"/>
          </p:cNvSpPr>
          <p:nvPr>
            <p:ph type="body" idx="3"/>
          </p:nvPr>
        </p:nvSpPr>
        <p:spPr>
          <a:xfrm>
            <a:off x="4629150" y="1681163"/>
            <a:ext cx="3887391" cy="82391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>
              <a:buNone/>
            </a:pPr>
            <a:r>
              <a:t>マスター テキストの書式設定</a:t>
            </a:r>
          </a:p>
        </p:txBody>
      </p:sp>
      <p:sp>
        <p:nvSpPr>
          <p:cNvPr id="6" name="コンテンツ プレースホルダー 5"/>
          <p:cNvSpPr>
            <a:spLocks noGrp="1"/>
          </p:cNvSpPr>
          <p:nvPr>
            <p:ph idx="4"/>
          </p:nvPr>
        </p:nvSpPr>
        <p:spPr>
          <a:xfrm>
            <a:off x="4629150" y="2505075"/>
            <a:ext cx="3887391" cy="3684588"/>
          </a:xfrm>
        </p:spPr>
        <p:txBody>
          <a:bodyPr/>
          <a:lstStyle/>
          <a:p>
            <a:pPr lvl="0">
              <a:buNone/>
            </a:pPr>
            <a:r>
              <a:t>マスター テキストの書式設定</a:t>
            </a:r>
          </a:p>
          <a:p>
            <a:pPr lvl="1">
              <a:buNone/>
            </a:pPr>
            <a:r>
              <a:t>第 </a:t>
            </a:r>
            <a:r>
              <a:t>2 </a:t>
            </a:r>
            <a:r>
              <a:t>レベル</a:t>
            </a:r>
          </a:p>
          <a:p>
            <a:pPr lvl="2">
              <a:buNone/>
            </a:pPr>
            <a:r>
              <a:t>第 </a:t>
            </a:r>
            <a:r>
              <a:t>3 </a:t>
            </a:r>
            <a:r>
              <a:t>レベル</a:t>
            </a:r>
          </a:p>
          <a:p>
            <a:pPr lvl="3">
              <a:buNone/>
            </a:pPr>
            <a:r>
              <a:t>第 </a:t>
            </a:r>
            <a:r>
              <a:t>4 </a:t>
            </a:r>
            <a:r>
              <a:t>レベル</a:t>
            </a:r>
          </a:p>
          <a:p>
            <a:pPr lvl="4">
              <a:buNone/>
            </a:pPr>
            <a:r>
              <a:t>第 </a:t>
            </a:r>
            <a:r>
              <a:t>5 </a:t>
            </a:r>
            <a:r>
              <a:t>レベル</a:t>
            </a:r>
          </a:p>
        </p:txBody>
      </p:sp>
      <p:sp>
        <p:nvSpPr>
          <p:cNvPr id="7" name="日付プレースホルダー 6"/>
          <p:cNvSpPr>
            <a:spLocks noGrp="1"/>
          </p:cNvSpPr>
          <p:nvPr>
            <p:ph type="dt" idx="10"/>
          </p:nvPr>
        </p:nvSpPr>
        <p:spPr/>
        <p:txBody>
          <a:bodyPr/>
          <a:lstStyle/>
          <a:p/>
        </p:txBody>
      </p:sp>
      <p:sp>
        <p:nvSpPr>
          <p:cNvPr id="8" name="フッター プレースホルダー 7"/>
          <p:cNvSpPr>
            <a:spLocks noGrp="1"/>
          </p:cNvSpPr>
          <p:nvPr>
            <p:ph type="ftr" idx="11"/>
          </p:nvPr>
        </p:nvSpPr>
        <p:spPr/>
        <p:txBody>
          <a:bodyPr/>
          <a:lstStyle/>
          <a:p/>
        </p:txBody>
      </p:sp>
      <p:sp>
        <p:nvSpPr>
          <p:cNvPr id="9" name="スライド番号プレースホルダー 8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/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/>
      <p:sp>
        <p:nvSpPr>
          <p:cNvPr id="2" name="タイトル 1"/>
          <p:cNvSpPr>
            <a:spLocks noGrp="1"/>
          </p:cNvSpPr>
          <p:nvPr>
            <p:ph type="title"/>
          </p:nvPr>
        </p:nvSpPr>
        <p:spPr>
          <a:xfrm>
            <a:off x="205954" y="94797"/>
            <a:ext cx="7886700" cy="488889"/>
          </a:xfrm>
        </p:spPr>
        <p:txBody>
          <a:bodyPr>
            <a:normAutofit/>
          </a:bodyPr>
          <a:lstStyle>
            <a:lvl1pPr>
              <a:buNone/>
              <a:defRPr sz="2800"/>
            </a:lvl1pPr>
          </a:lstStyle>
          <a:p>
            <a:r>
              <a:t>マスター タイトルの書式設定</a:t>
            </a:r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idx="10"/>
          </p:nvPr>
        </p:nvSpPr>
        <p:spPr/>
        <p:txBody>
          <a:bodyPr/>
          <a:lstStyle/>
          <a:p/>
        </p:txBody>
      </p:sp>
      <p:sp>
        <p:nvSpPr>
          <p:cNvPr id="4" name="フッター プレースホルダー 3"/>
          <p:cNvSpPr>
            <a:spLocks noGrp="1"/>
          </p:cNvSpPr>
          <p:nvPr>
            <p:ph type="ftr" idx="11"/>
          </p:nvPr>
        </p:nvSpPr>
        <p:spPr/>
        <p:txBody>
          <a:bodyPr/>
          <a:lstStyle/>
          <a:p/>
        </p:txBody>
      </p:sp>
      <p:sp>
        <p:nvSpPr>
          <p:cNvPr id="7" name="直線コネクタ 6"/>
          <p:cNvSpPr>
            <a:spLocks noGrp="1"/>
          </p:cNvSpPr>
          <p:nvPr/>
        </p:nvSpPr>
        <p:spPr>
          <a:xfrm>
            <a:off x="171450" y="94086"/>
            <a:ext cx="0" cy="489600"/>
          </a:xfrm>
          <a:prstGeom prst="line">
            <a:avLst/>
          </a:prstGeom>
          <a:ln w="57150">
            <a:solidFill>
              <a:schemeClr val="accent1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sp>
      <p:sp>
        <p:nvSpPr>
          <p:cNvPr id="5" name="スライド番号プレースホルダー 4"/>
          <p:cNvSpPr>
            <a:spLocks noGrp="1"/>
          </p:cNvSpPr>
          <p:nvPr>
            <p:ph type="sldNum" idx="12"/>
          </p:nvPr>
        </p:nvSpPr>
        <p:spPr>
          <a:xfrm>
            <a:off x="7063954" y="6574305"/>
            <a:ext cx="2057400" cy="365125"/>
          </a:xfrm>
        </p:spPr>
        <p:txBody>
          <a:bodyPr/>
          <a:lstStyle>
            <a:lvl1pPr>
              <a:buNone/>
              <a:defRPr sz="1400">
                <a:solidFill>
                  <a:schemeClr val="accent1">
                    <a:lumMod val="75000"/>
                  </a:schemeClr>
                </a:solidFill>
              </a:defRPr>
            </a:lvl1pPr>
          </a:lstStyle>
          <a:p/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/>
      <p:sp>
        <p:nvSpPr>
          <p:cNvPr id="2" name="日付プレースホルダー 1"/>
          <p:cNvSpPr>
            <a:spLocks noGrp="1"/>
          </p:cNvSpPr>
          <p:nvPr>
            <p:ph type="dt" idx="10"/>
          </p:nvPr>
        </p:nvSpPr>
        <p:spPr/>
        <p:txBody>
          <a:bodyPr/>
          <a:lstStyle/>
          <a:p/>
        </p:txBody>
      </p:sp>
      <p:sp>
        <p:nvSpPr>
          <p:cNvPr id="3" name="フッター プレースホルダー 2"/>
          <p:cNvSpPr>
            <a:spLocks noGrp="1"/>
          </p:cNvSpPr>
          <p:nvPr>
            <p:ph type="ftr" idx="11"/>
          </p:nvPr>
        </p:nvSpPr>
        <p:spPr/>
        <p:txBody>
          <a:bodyPr/>
          <a:lstStyle/>
          <a:p/>
        </p:txBody>
      </p:sp>
      <p:sp>
        <p:nvSpPr>
          <p:cNvPr id="4" name="スライド番号プレースホルダー 3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/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/>
      <p:sp>
        <p:nvSpPr>
          <p:cNvPr id="2" name="タイトル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buNone/>
              <a:defRPr sz="2400"/>
            </a:lvl1pPr>
          </a:lstStyle>
          <a:p>
            <a:r>
              <a:t>マスター タイトルの書式設定</a:t>
            </a:r>
          </a:p>
        </p:txBody>
      </p:sp>
      <p:sp>
        <p:nvSpPr>
          <p:cNvPr id="3" name="コンテンツ プレースホルダー 2"/>
          <p:cNvSpPr>
            <a:spLocks noGrp="1"/>
          </p:cNvSpPr>
          <p:nvPr>
            <p:ph idx="1"/>
          </p:nvPr>
        </p:nvSpPr>
        <p:spPr>
          <a:xfrm>
            <a:off x="3887391" y="987426"/>
            <a:ext cx="4629150" cy="4873625"/>
          </a:xfrm>
        </p:spPr>
        <p:txBody>
          <a:bodyPr/>
          <a:lstStyle>
            <a:lvl1pPr>
              <a:buNone/>
              <a:defRPr sz="2400"/>
            </a:lvl1pPr>
            <a:lvl2pPr>
              <a:buNone/>
              <a:defRPr sz="2100"/>
            </a:lvl2pPr>
            <a:lvl3pPr>
              <a:buNone/>
              <a:defRPr sz="1800"/>
            </a:lvl3pPr>
            <a:lvl4pPr>
              <a:buNone/>
              <a:defRPr sz="1500"/>
            </a:lvl4pPr>
            <a:lvl5pPr>
              <a:buNone/>
              <a:defRPr sz="1500"/>
            </a:lvl5pPr>
            <a:lvl6pPr>
              <a:buNone/>
              <a:defRPr sz="1500"/>
            </a:lvl6pPr>
            <a:lvl7pPr>
              <a:buNone/>
              <a:defRPr sz="1500"/>
            </a:lvl7pPr>
            <a:lvl8pPr>
              <a:buNone/>
              <a:defRPr sz="1500"/>
            </a:lvl8pPr>
            <a:lvl9pPr>
              <a:buNone/>
              <a:defRPr sz="1500"/>
            </a:lvl9pPr>
          </a:lstStyle>
          <a:p>
            <a:pPr lvl="0">
              <a:buNone/>
            </a:pPr>
            <a:r>
              <a:t>マスター テキストの書式設定</a:t>
            </a:r>
          </a:p>
          <a:p>
            <a:pPr lvl="1">
              <a:buNone/>
            </a:pPr>
            <a:r>
              <a:t>第 </a:t>
            </a:r>
            <a:r>
              <a:t>2 </a:t>
            </a:r>
            <a:r>
              <a:t>レベル</a:t>
            </a:r>
          </a:p>
          <a:p>
            <a:pPr lvl="2">
              <a:buNone/>
            </a:pPr>
            <a:r>
              <a:t>第 </a:t>
            </a:r>
            <a:r>
              <a:t>3 </a:t>
            </a:r>
            <a:r>
              <a:t>レベル</a:t>
            </a:r>
          </a:p>
          <a:p>
            <a:pPr lvl="3">
              <a:buNone/>
            </a:pPr>
            <a:r>
              <a:t>第 </a:t>
            </a:r>
            <a:r>
              <a:t>4 </a:t>
            </a:r>
            <a:r>
              <a:t>レベル</a:t>
            </a:r>
          </a:p>
          <a:p>
            <a:pPr lvl="4">
              <a:buNone/>
            </a:pPr>
            <a:r>
              <a:t>第 </a:t>
            </a:r>
            <a:r>
              <a:t>5 </a:t>
            </a:r>
            <a:r>
              <a:t>レベル</a:t>
            </a:r>
          </a:p>
        </p:txBody>
      </p:sp>
      <p:sp>
        <p:nvSpPr>
          <p:cNvPr id="4" name="テキスト プレースホルダー 3"/>
          <p:cNvSpPr>
            <a:spLocks noGrp="1"/>
          </p:cNvSpPr>
          <p:nvPr>
            <p:ph type="body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>
              <a:buNone/>
            </a:pPr>
            <a:r>
              <a:t>マスター テキストの書式設定</a:t>
            </a:r>
          </a:p>
        </p:txBody>
      </p:sp>
      <p:sp>
        <p:nvSpPr>
          <p:cNvPr id="5" name="日付プレースホルダー 4"/>
          <p:cNvSpPr>
            <a:spLocks noGrp="1"/>
          </p:cNvSpPr>
          <p:nvPr>
            <p:ph type="dt" idx="10"/>
          </p:nvPr>
        </p:nvSpPr>
        <p:spPr/>
        <p:txBody>
          <a:bodyPr/>
          <a:lstStyle/>
          <a:p/>
        </p:txBody>
      </p:sp>
      <p:sp>
        <p:nvSpPr>
          <p:cNvPr id="6" name="フッター プレースホルダー 5"/>
          <p:cNvSpPr>
            <a:spLocks noGrp="1"/>
          </p:cNvSpPr>
          <p:nvPr>
            <p:ph type="ftr" idx="11"/>
          </p:nvPr>
        </p:nvSpPr>
        <p:spPr/>
        <p:txBody>
          <a:bodyPr/>
          <a:lstStyle/>
          <a:p/>
        </p:txBody>
      </p:sp>
      <p:sp>
        <p:nvSpPr>
          <p:cNvPr id="7" name="スライド番号プレースホルダー 6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/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/>
      <p:sp>
        <p:nvSpPr>
          <p:cNvPr id="2" name="タイトル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buNone/>
              <a:defRPr sz="2400"/>
            </a:lvl1pPr>
          </a:lstStyle>
          <a:p>
            <a:r>
              <a:t>マスター タイトルの書式設定</a:t>
            </a:r>
          </a:p>
        </p:txBody>
      </p:sp>
      <p:sp>
        <p:nvSpPr>
          <p:cNvPr id="3" name="図プレースホルダー 2"/>
          <p:cNvSpPr>
            <a:spLocks noGrp="1"/>
          </p:cNvSpPr>
          <p:nvPr>
            <p:ph type="pic" idx="1"/>
          </p:nvPr>
        </p:nvSpPr>
        <p:spPr>
          <a:xfrm>
            <a:off x="3887391" y="987426"/>
            <a:ext cx="4629150" cy="4873625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/>
        </p:txBody>
      </p:sp>
      <p:sp>
        <p:nvSpPr>
          <p:cNvPr id="4" name="テキスト プレースホルダー 3"/>
          <p:cNvSpPr>
            <a:spLocks noGrp="1"/>
          </p:cNvSpPr>
          <p:nvPr>
            <p:ph type="body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>
              <a:buNone/>
            </a:pPr>
            <a:r>
              <a:t>マスター テキストの書式設定</a:t>
            </a:r>
          </a:p>
        </p:txBody>
      </p:sp>
      <p:sp>
        <p:nvSpPr>
          <p:cNvPr id="5" name="日付プレースホルダー 4"/>
          <p:cNvSpPr>
            <a:spLocks noGrp="1"/>
          </p:cNvSpPr>
          <p:nvPr>
            <p:ph type="dt" idx="10"/>
          </p:nvPr>
        </p:nvSpPr>
        <p:spPr/>
        <p:txBody>
          <a:bodyPr/>
          <a:lstStyle/>
          <a:p/>
        </p:txBody>
      </p:sp>
      <p:sp>
        <p:nvSpPr>
          <p:cNvPr id="6" name="フッター プレースホルダー 5"/>
          <p:cNvSpPr>
            <a:spLocks noGrp="1"/>
          </p:cNvSpPr>
          <p:nvPr>
            <p:ph type="ftr" idx="11"/>
          </p:nvPr>
        </p:nvSpPr>
        <p:spPr/>
        <p:txBody>
          <a:bodyPr/>
          <a:lstStyle/>
          <a:p/>
        </p:txBody>
      </p:sp>
      <p:sp>
        <p:nvSpPr>
          <p:cNvPr id="7" name="スライド番号プレースホルダー 6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/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/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マスター タイトルの書式設定</a:t>
            </a:r>
          </a:p>
        </p:txBody>
      </p:sp>
      <p:sp>
        <p:nvSpPr>
          <p:cNvPr id="3" name="縦書きテキスト プレースホルダー 2"/>
          <p:cNvSpPr>
            <a:spLocks noGrp="1"/>
          </p:cNvSpPr>
          <p:nvPr>
            <p:ph type="body" idx="1"/>
          </p:nvPr>
        </p:nvSpPr>
        <p:spPr/>
        <p:txBody>
          <a:bodyPr vert="eaVert"/>
          <a:lstStyle/>
          <a:p>
            <a:pPr lvl="0">
              <a:buNone/>
            </a:pPr>
            <a:r>
              <a:t>マスター テキストの書式設定</a:t>
            </a:r>
          </a:p>
          <a:p>
            <a:pPr lvl="1">
              <a:buNone/>
            </a:pPr>
            <a:r>
              <a:t>第 </a:t>
            </a:r>
            <a:r>
              <a:t>2 </a:t>
            </a:r>
            <a:r>
              <a:t>レベル</a:t>
            </a:r>
          </a:p>
          <a:p>
            <a:pPr lvl="2">
              <a:buNone/>
            </a:pPr>
            <a:r>
              <a:t>第 </a:t>
            </a:r>
            <a:r>
              <a:t>3 </a:t>
            </a:r>
            <a:r>
              <a:t>レベル</a:t>
            </a:r>
          </a:p>
          <a:p>
            <a:pPr lvl="3">
              <a:buNone/>
            </a:pPr>
            <a:r>
              <a:t>第 </a:t>
            </a:r>
            <a:r>
              <a:t>4 </a:t>
            </a:r>
            <a:r>
              <a:t>レベル</a:t>
            </a:r>
          </a:p>
          <a:p>
            <a:pPr lvl="4">
              <a:buNone/>
            </a:pPr>
            <a:r>
              <a:t>第 </a:t>
            </a:r>
            <a:r>
              <a:t>5 </a:t>
            </a:r>
            <a:r>
              <a:t>レベル</a:t>
            </a:r>
          </a:p>
        </p:txBody>
      </p:sp>
      <p:sp>
        <p:nvSpPr>
          <p:cNvPr id="4" name="日付プレースホルダー 3"/>
          <p:cNvSpPr>
            <a:spLocks noGrp="1"/>
          </p:cNvSpPr>
          <p:nvPr>
            <p:ph type="dt" idx="10"/>
          </p:nvPr>
        </p:nvSpPr>
        <p:spPr/>
        <p:txBody>
          <a:bodyPr/>
          <a:lstStyle/>
          <a:p/>
        </p:txBody>
      </p:sp>
      <p:sp>
        <p:nvSpPr>
          <p:cNvPr id="5" name="フッター プレースホルダー 4"/>
          <p:cNvSpPr>
            <a:spLocks noGrp="1"/>
          </p:cNvSpPr>
          <p:nvPr>
            <p:ph type="ftr" idx="11"/>
          </p:nvPr>
        </p:nvSpPr>
        <p:spPr/>
        <p:txBody>
          <a:bodyPr/>
          <a:lstStyle/>
          <a:p/>
        </p:txBody>
      </p:sp>
      <p:sp>
        <p:nvSpPr>
          <p:cNvPr id="6" name="スライド番号プレースホルダー 5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/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/>
      <p:sp>
        <p:nvSpPr>
          <p:cNvPr id="2" name="縦書きタイトル 1"/>
          <p:cNvSpPr>
            <a:spLocks noGrp="1"/>
          </p:cNvSpPr>
          <p:nvPr>
            <p:ph type="title"/>
          </p:nvPr>
        </p:nvSpPr>
        <p:spPr>
          <a:xfrm>
            <a:off x="6543675" y="365125"/>
            <a:ext cx="1971675" cy="5811838"/>
          </a:xfrm>
        </p:spPr>
        <p:txBody>
          <a:bodyPr vert="eaVert"/>
          <a:lstStyle/>
          <a:p>
            <a:r>
              <a:t>マスター タイトルの書式設定</a:t>
            </a:r>
          </a:p>
        </p:txBody>
      </p:sp>
      <p:sp>
        <p:nvSpPr>
          <p:cNvPr id="3" name="縦書きテキスト プレースホルダー 2"/>
          <p:cNvSpPr>
            <a:spLocks noGrp="1"/>
          </p:cNvSpPr>
          <p:nvPr>
            <p:ph type="body" idx="1"/>
          </p:nvPr>
        </p:nvSpPr>
        <p:spPr>
          <a:xfrm>
            <a:off x="628650" y="365125"/>
            <a:ext cx="5800725" cy="5811838"/>
          </a:xfrm>
        </p:spPr>
        <p:txBody>
          <a:bodyPr vert="eaVert"/>
          <a:lstStyle/>
          <a:p>
            <a:pPr lvl="0">
              <a:buNone/>
            </a:pPr>
            <a:r>
              <a:t>マスター テキストの書式設定</a:t>
            </a:r>
          </a:p>
          <a:p>
            <a:pPr lvl="1">
              <a:buNone/>
            </a:pPr>
            <a:r>
              <a:t>第 </a:t>
            </a:r>
            <a:r>
              <a:t>2 </a:t>
            </a:r>
            <a:r>
              <a:t>レベル</a:t>
            </a:r>
          </a:p>
          <a:p>
            <a:pPr lvl="2">
              <a:buNone/>
            </a:pPr>
            <a:r>
              <a:t>第 </a:t>
            </a:r>
            <a:r>
              <a:t>3 </a:t>
            </a:r>
            <a:r>
              <a:t>レベル</a:t>
            </a:r>
          </a:p>
          <a:p>
            <a:pPr lvl="3">
              <a:buNone/>
            </a:pPr>
            <a:r>
              <a:t>第 </a:t>
            </a:r>
            <a:r>
              <a:t>4 </a:t>
            </a:r>
            <a:r>
              <a:t>レベル</a:t>
            </a:r>
          </a:p>
          <a:p>
            <a:pPr lvl="4">
              <a:buNone/>
            </a:pPr>
            <a:r>
              <a:t>第 </a:t>
            </a:r>
            <a:r>
              <a:t>5 </a:t>
            </a:r>
            <a:r>
              <a:t>レベル</a:t>
            </a:r>
          </a:p>
        </p:txBody>
      </p:sp>
      <p:sp>
        <p:nvSpPr>
          <p:cNvPr id="4" name="日付プレースホルダー 3"/>
          <p:cNvSpPr>
            <a:spLocks noGrp="1"/>
          </p:cNvSpPr>
          <p:nvPr>
            <p:ph type="dt" idx="10"/>
          </p:nvPr>
        </p:nvSpPr>
        <p:spPr/>
        <p:txBody>
          <a:bodyPr/>
          <a:lstStyle/>
          <a:p/>
        </p:txBody>
      </p:sp>
      <p:sp>
        <p:nvSpPr>
          <p:cNvPr id="5" name="フッター プレースホルダー 4"/>
          <p:cNvSpPr>
            <a:spLocks noGrp="1"/>
          </p:cNvSpPr>
          <p:nvPr>
            <p:ph type="ftr" idx="11"/>
          </p:nvPr>
        </p:nvSpPr>
        <p:spPr/>
        <p:txBody>
          <a:bodyPr/>
          <a:lstStyle/>
          <a:p/>
        </p:txBody>
      </p:sp>
      <p:sp>
        <p:nvSpPr>
          <p:cNvPr id="6" name="スライド番号プレースホルダー 5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/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2" Type="http://schemas.openxmlformats.org/officeDocument/2006/relationships/theme" Target="../theme/theme1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/>
      <p:sp>
        <p:nvSpPr>
          <p:cNvPr id="2" name="タイトル プレースホルダー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325563"/>
          </a:xfrm>
          <a:prstGeom prst="rect">
            <a:avLst/>
          </a:prstGeom>
        </p:spPr>
        <p:txBody>
          <a:bodyPr vert="horz" lIns="91440" tIns="45720" rIns="91440" bIns="45720" anchor="ctr">
            <a:normAutofit/>
          </a:bodyPr>
          <a:lstStyle/>
          <a:p>
            <a:r>
              <a:t>マスター タイトルの書式設定</a:t>
            </a:r>
          </a:p>
        </p:txBody>
      </p:sp>
      <p:sp>
        <p:nvSpPr>
          <p:cNvPr id="3" name="テキスト プレースホルダー 2"/>
          <p:cNvSpPr>
            <a:spLocks noGrp="1"/>
          </p:cNvSpPr>
          <p:nvPr>
            <p:ph type="body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 vert="horz" lIns="91440" tIns="45720" rIns="91440" bIns="45720">
            <a:normAutofit/>
          </a:bodyPr>
          <a:lstStyle/>
          <a:p>
            <a:pPr lvl="0">
              <a:buNone/>
            </a:pPr>
            <a:r>
              <a:t>マスター テキストの書式設定</a:t>
            </a:r>
          </a:p>
          <a:p>
            <a:pPr lvl="1">
              <a:buNone/>
            </a:pPr>
            <a:r>
              <a:t>第 </a:t>
            </a:r>
            <a:r>
              <a:t>2 </a:t>
            </a:r>
            <a:r>
              <a:t>レベル</a:t>
            </a:r>
          </a:p>
          <a:p>
            <a:pPr lvl="2">
              <a:buNone/>
            </a:pPr>
            <a:r>
              <a:t>第 </a:t>
            </a:r>
            <a:r>
              <a:t>3 </a:t>
            </a:r>
            <a:r>
              <a:t>レベル</a:t>
            </a:r>
          </a:p>
          <a:p>
            <a:pPr lvl="3">
              <a:buNone/>
            </a:pPr>
            <a:r>
              <a:t>第 </a:t>
            </a:r>
            <a:r>
              <a:t>4 </a:t>
            </a:r>
            <a:r>
              <a:t>レベル</a:t>
            </a:r>
          </a:p>
          <a:p>
            <a:pPr lvl="4">
              <a:buNone/>
            </a:pPr>
            <a:r>
              <a:t>第 </a:t>
            </a:r>
            <a:r>
              <a:t>5 </a:t>
            </a:r>
            <a:r>
              <a:t>レベル</a:t>
            </a:r>
          </a:p>
        </p:txBody>
      </p:sp>
      <p:sp>
        <p:nvSpPr>
          <p:cNvPr id="4" name="日付プレースホルダー 3"/>
          <p:cNvSpPr>
            <a:spLocks noGrp="1"/>
          </p:cNvSpPr>
          <p:nvPr>
            <p:ph type="dt" idx="2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anchor="ctr"/>
          <a:lstStyle>
            <a:lvl1pPr algn="l">
              <a:buNone/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/>
        </p:txBody>
      </p:sp>
      <p:sp>
        <p:nvSpPr>
          <p:cNvPr id="5" name="フッター プレースホルダー 4"/>
          <p:cNvSpPr>
            <a:spLocks noGrp="1"/>
          </p:cNvSpPr>
          <p:nvPr>
            <p:ph type="ftr" idx="3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 vert="horz" lIns="91440" tIns="45720" rIns="91440" bIns="45720" anchor="ctr"/>
          <a:lstStyle>
            <a:lvl1pPr algn="ctr">
              <a:buNone/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/>
        </p:txBody>
      </p:sp>
      <p:sp>
        <p:nvSpPr>
          <p:cNvPr id="6" name="スライド番号プレースホルダー 5"/>
          <p:cNvSpPr>
            <a:spLocks noGrp="1"/>
          </p:cNvSpPr>
          <p:nvPr>
            <p:ph type="sldNum" idx="4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anchor="ctr"/>
          <a:lstStyle>
            <a:lvl1pPr algn="r">
              <a:buNone/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/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685800">
        <a:lnSpc>
          <a:spcPct val="90000"/>
        </a:lnSpc>
        <a:spcBef>
          <a:spcPct val="0"/>
        </a:spcBef>
        <a:buNone/>
        <a:defRPr sz="33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171450" indent="-171450" algn="l" defTabSz="685800">
        <a:lnSpc>
          <a:spcPct val="90000"/>
        </a:lnSpc>
        <a:spcBef>
          <a:spcPts val="750"/>
        </a:spcBef>
        <a:buFont typeface="Arial" panose="020B0604020202020204"/>
        <a:buChar char="•"/>
        <a:defRPr sz="2100" kern="1200">
          <a:solidFill>
            <a:schemeClr val="tx1"/>
          </a:solidFill>
          <a:latin typeface="+mn-lt"/>
          <a:ea typeface="+mn-lt"/>
          <a:cs typeface="+mn-lt"/>
        </a:defRPr>
      </a:lvl1pPr>
      <a:lvl2pPr marL="514350" indent="-171450" algn="l" defTabSz="685800">
        <a:lnSpc>
          <a:spcPct val="90000"/>
        </a:lnSpc>
        <a:spcBef>
          <a:spcPts val="375"/>
        </a:spcBef>
        <a:buFont typeface="Arial" panose="020B0604020202020204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marL="857250" indent="-171450" algn="l" defTabSz="685800">
        <a:lnSpc>
          <a:spcPct val="90000"/>
        </a:lnSpc>
        <a:spcBef>
          <a:spcPts val="375"/>
        </a:spcBef>
        <a:buFont typeface="Arial" panose="020B0604020202020204"/>
        <a:buChar char="•"/>
        <a:defRPr sz="1500" kern="1200">
          <a:solidFill>
            <a:schemeClr val="tx1"/>
          </a:solidFill>
          <a:latin typeface="+mn-lt"/>
          <a:ea typeface="+mn-lt"/>
          <a:cs typeface="+mn-lt"/>
        </a:defRPr>
      </a:lvl3pPr>
      <a:lvl4pPr marL="1200150" indent="-171450" algn="l" defTabSz="685800">
        <a:lnSpc>
          <a:spcPct val="90000"/>
        </a:lnSpc>
        <a:spcBef>
          <a:spcPts val="375"/>
        </a:spcBef>
        <a:buFont typeface="Arial" panose="020B0604020202020204"/>
        <a:buChar char="•"/>
        <a:defRPr sz="1350" kern="1200">
          <a:solidFill>
            <a:schemeClr val="tx1"/>
          </a:solidFill>
          <a:latin typeface="+mn-lt"/>
          <a:ea typeface="+mn-lt"/>
          <a:cs typeface="+mn-lt"/>
        </a:defRPr>
      </a:lvl4pPr>
      <a:lvl5pPr marL="1543050" indent="-171450" algn="l" defTabSz="685800">
        <a:lnSpc>
          <a:spcPct val="90000"/>
        </a:lnSpc>
        <a:spcBef>
          <a:spcPts val="375"/>
        </a:spcBef>
        <a:buFont typeface="Arial" panose="020B0604020202020204"/>
        <a:buChar char="•"/>
        <a:defRPr sz="1350" kern="1200">
          <a:solidFill>
            <a:schemeClr val="tx1"/>
          </a:solidFill>
          <a:latin typeface="+mn-lt"/>
          <a:ea typeface="+mn-lt"/>
          <a:cs typeface="+mn-lt"/>
        </a:defRPr>
      </a:lvl5pPr>
      <a:lvl6pPr marL="1885950" indent="-171450" algn="l" defTabSz="685800">
        <a:lnSpc>
          <a:spcPct val="90000"/>
        </a:lnSpc>
        <a:spcBef>
          <a:spcPts val="375"/>
        </a:spcBef>
        <a:buFont typeface="Arial" panose="020B0604020202020204"/>
        <a:buChar char="•"/>
        <a:defRPr sz="1350" kern="1200">
          <a:solidFill>
            <a:schemeClr val="tx1"/>
          </a:solidFill>
          <a:latin typeface="+mn-lt"/>
          <a:ea typeface="+mn-lt"/>
          <a:cs typeface="+mn-lt"/>
        </a:defRPr>
      </a:lvl6pPr>
      <a:lvl7pPr marL="2228850" indent="-171450" algn="l" defTabSz="685800">
        <a:lnSpc>
          <a:spcPct val="90000"/>
        </a:lnSpc>
        <a:spcBef>
          <a:spcPts val="375"/>
        </a:spcBef>
        <a:buFont typeface="Arial" panose="020B0604020202020204"/>
        <a:buChar char="•"/>
        <a:defRPr sz="1350" kern="1200">
          <a:solidFill>
            <a:schemeClr val="tx1"/>
          </a:solidFill>
          <a:latin typeface="+mn-lt"/>
          <a:ea typeface="+mn-lt"/>
          <a:cs typeface="+mn-lt"/>
        </a:defRPr>
      </a:lvl7pPr>
      <a:lvl8pPr marL="2571750" indent="-171450" algn="l" defTabSz="685800">
        <a:lnSpc>
          <a:spcPct val="90000"/>
        </a:lnSpc>
        <a:spcBef>
          <a:spcPts val="375"/>
        </a:spcBef>
        <a:buFont typeface="Arial" panose="020B0604020202020204"/>
        <a:buChar char="•"/>
        <a:defRPr sz="1350" kern="1200">
          <a:solidFill>
            <a:schemeClr val="tx1"/>
          </a:solidFill>
          <a:latin typeface="+mn-lt"/>
          <a:ea typeface="+mn-lt"/>
          <a:cs typeface="+mn-lt"/>
        </a:defRPr>
      </a:lvl8pPr>
      <a:lvl9pPr marL="2914650" indent="-171450" algn="l" defTabSz="685800">
        <a:lnSpc>
          <a:spcPct val="90000"/>
        </a:lnSpc>
        <a:spcBef>
          <a:spcPts val="375"/>
        </a:spcBef>
        <a:buFont typeface="Arial" panose="020B0604020202020204"/>
        <a:buChar char="•"/>
        <a:defRPr sz="135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 defTabSz="685800">
        <a:buNone/>
        <a:defRPr sz="1350" kern="1200">
          <a:solidFill>
            <a:schemeClr val="tx1"/>
          </a:solidFill>
          <a:latin typeface="+mn-lt"/>
          <a:ea typeface="+mn-lt"/>
          <a:cs typeface="+mn-lt"/>
        </a:defRPr>
      </a:lvl1pPr>
      <a:lvl2pPr marL="342900" algn="l" defTabSz="685800">
        <a:buNone/>
        <a:defRPr sz="1350" kern="1200">
          <a:solidFill>
            <a:schemeClr val="tx1"/>
          </a:solidFill>
          <a:latin typeface="+mn-lt"/>
          <a:ea typeface="+mn-lt"/>
          <a:cs typeface="+mn-lt"/>
        </a:defRPr>
      </a:lvl2pPr>
      <a:lvl3pPr marL="685800" algn="l" defTabSz="685800">
        <a:buNone/>
        <a:defRPr sz="1350" kern="1200">
          <a:solidFill>
            <a:schemeClr val="tx1"/>
          </a:solidFill>
          <a:latin typeface="+mn-lt"/>
          <a:ea typeface="+mn-lt"/>
          <a:cs typeface="+mn-lt"/>
        </a:defRPr>
      </a:lvl3pPr>
      <a:lvl4pPr marL="1028700" algn="l" defTabSz="685800">
        <a:buNone/>
        <a:defRPr sz="1350" kern="1200">
          <a:solidFill>
            <a:schemeClr val="tx1"/>
          </a:solidFill>
          <a:latin typeface="+mn-lt"/>
          <a:ea typeface="+mn-lt"/>
          <a:cs typeface="+mn-lt"/>
        </a:defRPr>
      </a:lvl4pPr>
      <a:lvl5pPr marL="1371600" algn="l" defTabSz="685800">
        <a:buNone/>
        <a:defRPr sz="1350" kern="1200">
          <a:solidFill>
            <a:schemeClr val="tx1"/>
          </a:solidFill>
          <a:latin typeface="+mn-lt"/>
          <a:ea typeface="+mn-lt"/>
          <a:cs typeface="+mn-lt"/>
        </a:defRPr>
      </a:lvl5pPr>
      <a:lvl6pPr marL="1714500" algn="l" defTabSz="685800">
        <a:buNone/>
        <a:defRPr sz="1350" kern="1200">
          <a:solidFill>
            <a:schemeClr val="tx1"/>
          </a:solidFill>
          <a:latin typeface="+mn-lt"/>
          <a:ea typeface="+mn-lt"/>
          <a:cs typeface="+mn-lt"/>
        </a:defRPr>
      </a:lvl6pPr>
      <a:lvl7pPr marL="2057400" algn="l" defTabSz="685800">
        <a:buNone/>
        <a:defRPr sz="1350" kern="1200">
          <a:solidFill>
            <a:schemeClr val="tx1"/>
          </a:solidFill>
          <a:latin typeface="+mn-lt"/>
          <a:ea typeface="+mn-lt"/>
          <a:cs typeface="+mn-lt"/>
        </a:defRPr>
      </a:lvl7pPr>
      <a:lvl8pPr marL="2400300" algn="l" defTabSz="685800">
        <a:buNone/>
        <a:defRPr sz="1350" kern="1200">
          <a:solidFill>
            <a:schemeClr val="tx1"/>
          </a:solidFill>
          <a:latin typeface="+mn-lt"/>
          <a:ea typeface="+mn-lt"/>
          <a:cs typeface="+mn-lt"/>
        </a:defRPr>
      </a:lvl8pPr>
      <a:lvl9pPr marL="2743200" algn="l" defTabSz="685800">
        <a:buNone/>
        <a:defRPr sz="135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2.xml"/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1.png"/></Relationships>
</file>

<file path=ppt/slides/_rels/slide3.xml.rels><?xml version="1.0" encoding="UTF-8" standalone="yes"?>
<Relationships xmlns="http://schemas.openxmlformats.org/package/2006/relationships"><Relationship Id="rId5" Type="http://schemas.openxmlformats.org/officeDocument/2006/relationships/notesSlide" Target="../notesSlides/notesSlide3.xml"/><Relationship Id="rId4" Type="http://schemas.openxmlformats.org/officeDocument/2006/relationships/slideLayout" Target="../slideLayouts/slideLayout2.xml"/><Relationship Id="rId3" Type="http://schemas.openxmlformats.org/officeDocument/2006/relationships/image" Target="../media/image2.png"/><Relationship Id="rId2" Type="http://schemas.microsoft.com/office/2007/relationships/media" Target="../media/media1.mp4"/><Relationship Id="rId1" Type="http://schemas.openxmlformats.org/officeDocument/2006/relationships/video" Target="../media/media1.mp4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5" Type="http://schemas.openxmlformats.org/officeDocument/2006/relationships/notesSlide" Target="../notesSlides/notesSlide5.xml"/><Relationship Id="rId4" Type="http://schemas.openxmlformats.org/officeDocument/2006/relationships/slideLayout" Target="../slideLayouts/slideLayout2.xml"/><Relationship Id="rId3" Type="http://schemas.openxmlformats.org/officeDocument/2006/relationships/image" Target="../media/image2.png"/><Relationship Id="rId2" Type="http://schemas.microsoft.com/office/2007/relationships/media" Target="../media/media1.mp4"/><Relationship Id="rId1" Type="http://schemas.openxmlformats.org/officeDocument/2006/relationships/video" Target="../media/media1.mp4"/></Relationships>
</file>

<file path=ppt/slides/_rels/slide6.xml.rels><?xml version="1.0" encoding="UTF-8" standalone="yes"?>
<Relationships xmlns="http://schemas.openxmlformats.org/package/2006/relationships"><Relationship Id="rId5" Type="http://schemas.openxmlformats.org/officeDocument/2006/relationships/notesSlide" Target="../notesSlides/notesSlide6.xml"/><Relationship Id="rId4" Type="http://schemas.openxmlformats.org/officeDocument/2006/relationships/slideLayout" Target="../slideLayouts/slideLayout2.xml"/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image" Target="../media/image3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7.xml"/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6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8.xml"/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7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6" name="文本框 5"/>
          <p:cNvSpPr>
            <a:spLocks noGrp="1"/>
          </p:cNvSpPr>
          <p:nvPr/>
        </p:nvSpPr>
        <p:spPr>
          <a:xfrm>
            <a:off x="275590" y="226695"/>
            <a:ext cx="8522970" cy="5835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sz="3200" b="1">
                <a:latin typeface="Times New Roman" panose="02020603050405020304"/>
                <a:ea typeface="宋体" panose="02010600030101010101" pitchFamily="2" charset="-122"/>
                <a:cs typeface="Times New Roman" panose="02020603050405020304"/>
                <a:sym typeface="+mn-ea"/>
              </a:rPr>
              <a:t>消息</a:t>
            </a:r>
            <a:endParaRPr lang="zh-CN" altLang="en-US" sz="3200" b="1">
              <a:latin typeface="Times New Roman" panose="02020603050405020304"/>
              <a:ea typeface="宋体" panose="02010600030101010101" pitchFamily="2" charset="-122"/>
              <a:cs typeface="Times New Roman" panose="02020603050405020304"/>
              <a:sym typeface="+mn-ea"/>
            </a:endParaRPr>
          </a:p>
        </p:txBody>
      </p:sp>
      <p:sp>
        <p:nvSpPr>
          <p:cNvPr id="2" name="文本框 1"/>
          <p:cNvSpPr txBox="1"/>
          <p:nvPr/>
        </p:nvSpPr>
        <p:spPr>
          <a:xfrm>
            <a:off x="275590" y="1167130"/>
            <a:ext cx="8354060" cy="369252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r>
              <a:rPr lang="zh-CN" altLang="en-US"/>
              <a:t>老师早上好</a:t>
            </a:r>
            <a:endParaRPr lang="zh-CN" altLang="en-US"/>
          </a:p>
          <a:p>
            <a:r>
              <a:rPr lang="zh-CN" altLang="en-US"/>
              <a:t>根据老师的建议，我做了一个系统。进行了离线测试和实时测试。预测效果有了很大提升。</a:t>
            </a:r>
            <a:endParaRPr lang="zh-CN" altLang="en-US"/>
          </a:p>
          <a:p>
            <a:r>
              <a:rPr lang="zh-CN" altLang="en-US"/>
              <a:t>我对3个不同颜色大小的方块（方块目前稳定）进行抓取，训练了三个模型。训练数据使用30组。</a:t>
            </a:r>
            <a:endParaRPr lang="zh-CN" altLang="en-US"/>
          </a:p>
          <a:p>
            <a:r>
              <a:rPr lang="zh-CN" altLang="en-US"/>
              <a:t>离线测试数据使用9组，平均</a:t>
            </a:r>
            <a:r>
              <a:rPr lang="en-US" altLang="zh-CN"/>
              <a:t>RMSE</a:t>
            </a:r>
            <a:r>
              <a:rPr lang="zh-CN" altLang="en-US"/>
              <a:t>是，</a:t>
            </a:r>
            <a:r>
              <a:rPr lang="en-US" altLang="zh-CN"/>
              <a:t>R2</a:t>
            </a:r>
            <a:r>
              <a:rPr lang="zh-CN" altLang="en-US"/>
              <a:t>是</a:t>
            </a:r>
            <a:endParaRPr lang="zh-CN" altLang="en-US"/>
          </a:p>
          <a:p>
            <a:r>
              <a:rPr lang="zh-CN" altLang="en-US"/>
              <a:t>实时测试为三种颜色随机各抓取三次，结果为平均</a:t>
            </a:r>
            <a:r>
              <a:rPr lang="en-US" altLang="zh-CN"/>
              <a:t>RMSE</a:t>
            </a:r>
            <a:r>
              <a:rPr lang="zh-CN" altLang="en-US"/>
              <a:t>是，</a:t>
            </a:r>
            <a:r>
              <a:rPr lang="en-US" altLang="zh-CN"/>
              <a:t>R2</a:t>
            </a:r>
            <a:r>
              <a:rPr lang="zh-CN" altLang="en-US"/>
              <a:t>是</a:t>
            </a:r>
            <a:endParaRPr lang="zh-CN" altLang="en-US"/>
          </a:p>
          <a:p>
            <a:endParaRPr lang="en-US" altLang="zh-CN"/>
          </a:p>
          <a:p>
            <a:r>
              <a:rPr lang="zh-CN" altLang="en-US"/>
              <a:t>邀请了另一名参与者，但因为程序</a:t>
            </a:r>
            <a:r>
              <a:rPr lang="en-US" altLang="zh-CN"/>
              <a:t>Bug</a:t>
            </a:r>
            <a:r>
              <a:rPr lang="zh-CN" altLang="en-US"/>
              <a:t>没做完完整测试。</a:t>
            </a:r>
            <a:endParaRPr lang="zh-CN" altLang="en-US"/>
          </a:p>
          <a:p>
            <a:r>
              <a:rPr lang="zh-CN" altLang="en-US"/>
              <a:t>进行了蓝色和黑色两个方块的抓取，训练了两个模型，训练数据使用30组。</a:t>
            </a:r>
            <a:endParaRPr lang="zh-CN" altLang="en-US"/>
          </a:p>
          <a:p>
            <a:r>
              <a:rPr lang="zh-CN" altLang="en-US"/>
              <a:t>离线测试数据使用9组，</a:t>
            </a:r>
            <a:r>
              <a:rPr lang="en-US" altLang="zh-CN"/>
              <a:t>MAE</a:t>
            </a:r>
            <a:r>
              <a:rPr lang="zh-CN" altLang="en-US"/>
              <a:t>是2.38，</a:t>
            </a:r>
            <a:r>
              <a:rPr lang="en-US" altLang="zh-CN"/>
              <a:t>RMSE</a:t>
            </a:r>
            <a:r>
              <a:rPr lang="zh-CN" altLang="en-US"/>
              <a:t>是3.15，</a:t>
            </a:r>
            <a:r>
              <a:rPr lang="en-US" altLang="zh-CN"/>
              <a:t>R2</a:t>
            </a:r>
            <a:r>
              <a:rPr lang="zh-CN" altLang="en-US"/>
              <a:t>是0.921</a:t>
            </a:r>
            <a:endParaRPr lang="zh-CN" altLang="en-US"/>
          </a:p>
          <a:p>
            <a:endParaRPr lang="zh-CN" altLang="en-US"/>
          </a:p>
          <a:p>
            <a:r>
              <a:rPr lang="zh-CN" altLang="en-US">
                <a:ea typeface="宋体" panose="02010600030101010101" pitchFamily="2" charset="-122"/>
              </a:rPr>
              <a:t>这是报告，请原谅</a:t>
            </a:r>
            <a:r>
              <a:rPr lang="en-US" altLang="zh-CN">
                <a:ea typeface="宋体" panose="02010600030101010101" pitchFamily="2" charset="-122"/>
              </a:rPr>
              <a:t>Slide</a:t>
            </a:r>
            <a:r>
              <a:rPr lang="zh-CN" altLang="en-US">
                <a:ea typeface="宋体" panose="02010600030101010101" pitchFamily="2" charset="-122"/>
              </a:rPr>
              <a:t>如此简陋。</a:t>
            </a:r>
            <a:endParaRPr lang="zh-CN" altLang="en-US">
              <a:ea typeface="宋体" panose="02010600030101010101" pitchFamily="2" charset="-122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6" name="文本框 5"/>
          <p:cNvSpPr>
            <a:spLocks noGrp="1"/>
          </p:cNvSpPr>
          <p:nvPr/>
        </p:nvSpPr>
        <p:spPr>
          <a:xfrm>
            <a:off x="275590" y="226695"/>
            <a:ext cx="8522970" cy="5835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sz="3200" b="1">
                <a:latin typeface="Times New Roman" panose="02020603050405020304"/>
                <a:ea typeface="宋体" panose="02010600030101010101" pitchFamily="2" charset="-122"/>
                <a:cs typeface="Times New Roman" panose="02020603050405020304"/>
                <a:sym typeface="+mn-ea"/>
              </a:rPr>
              <a:t>实验环境</a:t>
            </a:r>
            <a:endParaRPr lang="zh-CN" altLang="en-US" sz="3200" b="1">
              <a:latin typeface="Times New Roman" panose="02020603050405020304"/>
              <a:ea typeface="宋体" panose="02010600030101010101" pitchFamily="2" charset="-122"/>
              <a:cs typeface="Times New Roman" panose="02020603050405020304"/>
              <a:sym typeface="+mn-ea"/>
            </a:endParaRPr>
          </a:p>
        </p:txBody>
      </p:sp>
      <p:pic>
        <p:nvPicPr>
          <p:cNvPr id="4" name="图片 3"/>
          <p:cNvPicPr>
            <a:picLocks noChangeAspect="1"/>
          </p:cNvPicPr>
          <p:nvPr/>
        </p:nvPicPr>
        <p:blipFill>
          <a:blip r:embed="rId1"/>
          <a:srcRect l="2579" t="15949" b="21628"/>
          <a:stretch>
            <a:fillRect/>
          </a:stretch>
        </p:blipFill>
        <p:spPr>
          <a:xfrm>
            <a:off x="1751965" y="1661160"/>
            <a:ext cx="4189095" cy="4771390"/>
          </a:xfrm>
          <a:prstGeom prst="rect">
            <a:avLst/>
          </a:prstGeom>
        </p:spPr>
      </p:pic>
      <p:sp>
        <p:nvSpPr>
          <p:cNvPr id="8" name="任意多边形 7"/>
          <p:cNvSpPr/>
          <p:nvPr/>
        </p:nvSpPr>
        <p:spPr>
          <a:xfrm>
            <a:off x="981075" y="5373370"/>
            <a:ext cx="2232000" cy="10795"/>
          </a:xfrm>
          <a:custGeom>
            <a:avLst/>
            <a:gdLst>
              <a:gd name="connisteX0" fmla="*/ 2532380 w 2532380"/>
              <a:gd name="connsiteY0" fmla="*/ 0 h 10795"/>
              <a:gd name="connisteX1" fmla="*/ 0 w 2532380"/>
              <a:gd name="connsiteY1" fmla="*/ 10795 h 10795"/>
            </a:gdLst>
            <a:ahLst/>
            <a:cxnLst>
              <a:cxn ang="0">
                <a:pos x="connisteX0" y="connsiteY0"/>
              </a:cxn>
              <a:cxn ang="0">
                <a:pos x="connisteX1" y="connsiteY1"/>
              </a:cxn>
            </a:cxnLst>
            <a:rect l="l" t="t" r="r" b="b"/>
            <a:pathLst>
              <a:path w="2532380" h="10795">
                <a:moveTo>
                  <a:pt x="2532380" y="0"/>
                </a:moveTo>
                <a:lnTo>
                  <a:pt x="0" y="10795"/>
                </a:lnTo>
              </a:path>
            </a:pathLst>
          </a:custGeom>
          <a:noFill/>
          <a:ln>
            <a:solidFill>
              <a:schemeClr val="tx1">
                <a:lumMod val="85000"/>
                <a:lumOff val="15000"/>
              </a:schemeClr>
            </a:solidFill>
            <a:tailEnd type="oval"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9" name="任意多边形 8"/>
          <p:cNvSpPr/>
          <p:nvPr/>
        </p:nvSpPr>
        <p:spPr>
          <a:xfrm>
            <a:off x="981075" y="2761615"/>
            <a:ext cx="2232000" cy="10795"/>
          </a:xfrm>
          <a:custGeom>
            <a:avLst/>
            <a:gdLst>
              <a:gd name="connisteX0" fmla="*/ 2532380 w 2532380"/>
              <a:gd name="connsiteY0" fmla="*/ 0 h 10795"/>
              <a:gd name="connisteX1" fmla="*/ 0 w 2532380"/>
              <a:gd name="connsiteY1" fmla="*/ 10795 h 10795"/>
            </a:gdLst>
            <a:ahLst/>
            <a:cxnLst>
              <a:cxn ang="0">
                <a:pos x="connisteX0" y="connsiteY0"/>
              </a:cxn>
              <a:cxn ang="0">
                <a:pos x="connisteX1" y="connsiteY1"/>
              </a:cxn>
            </a:cxnLst>
            <a:rect l="l" t="t" r="r" b="b"/>
            <a:pathLst>
              <a:path w="2532380" h="10795">
                <a:moveTo>
                  <a:pt x="2532380" y="0"/>
                </a:moveTo>
                <a:lnTo>
                  <a:pt x="0" y="10795"/>
                </a:lnTo>
              </a:path>
            </a:pathLst>
          </a:custGeom>
          <a:noFill/>
          <a:ln>
            <a:solidFill>
              <a:schemeClr val="tx1">
                <a:lumMod val="85000"/>
                <a:lumOff val="15000"/>
              </a:schemeClr>
            </a:solidFill>
            <a:tailEnd type="oval"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0" name="任意多边形 9"/>
          <p:cNvSpPr/>
          <p:nvPr/>
        </p:nvSpPr>
        <p:spPr>
          <a:xfrm>
            <a:off x="960755" y="2873375"/>
            <a:ext cx="22225" cy="2347595"/>
          </a:xfrm>
          <a:custGeom>
            <a:avLst/>
            <a:gdLst>
              <a:gd name="connisteX0" fmla="*/ 0 w 22225"/>
              <a:gd name="connsiteY0" fmla="*/ 0 h 2347595"/>
              <a:gd name="connisteX1" fmla="*/ 22225 w 22225"/>
              <a:gd name="connsiteY1" fmla="*/ 2347595 h 2347595"/>
            </a:gdLst>
            <a:ahLst/>
            <a:cxnLst>
              <a:cxn ang="0">
                <a:pos x="connisteX0" y="connsiteY0"/>
              </a:cxn>
              <a:cxn ang="0">
                <a:pos x="connisteX1" y="connsiteY1"/>
              </a:cxn>
            </a:cxnLst>
            <a:rect l="l" t="t" r="r" b="b"/>
            <a:pathLst>
              <a:path w="22225" h="2347595">
                <a:moveTo>
                  <a:pt x="0" y="0"/>
                </a:moveTo>
                <a:lnTo>
                  <a:pt x="22225" y="2347595"/>
                </a:lnTo>
              </a:path>
            </a:pathLst>
          </a:custGeom>
          <a:noFill/>
          <a:ln w="12700" cmpd="sng">
            <a:solidFill>
              <a:schemeClr val="accent1">
                <a:shade val="50000"/>
              </a:schemeClr>
            </a:solidFill>
            <a:prstDash val="lgDash"/>
            <a:tailEnd type="none"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2" name="文本框 11"/>
          <p:cNvSpPr txBox="1"/>
          <p:nvPr/>
        </p:nvSpPr>
        <p:spPr>
          <a:xfrm>
            <a:off x="59690" y="3733165"/>
            <a:ext cx="1341755" cy="41211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zh-CN" sz="2000"/>
              <a:t>7.5cm</a:t>
            </a:r>
            <a:endParaRPr lang="en-US" altLang="zh-CN" sz="2000"/>
          </a:p>
        </p:txBody>
      </p:sp>
      <p:sp>
        <p:nvSpPr>
          <p:cNvPr id="14" name="任意多边形 13"/>
          <p:cNvSpPr/>
          <p:nvPr/>
        </p:nvSpPr>
        <p:spPr>
          <a:xfrm>
            <a:off x="2119630" y="1508125"/>
            <a:ext cx="1379855" cy="1152525"/>
          </a:xfrm>
          <a:custGeom>
            <a:avLst/>
            <a:gdLst>
              <a:gd name="connisteX0" fmla="*/ 1369060 w 1379855"/>
              <a:gd name="connsiteY0" fmla="*/ 1152525 h 1152525"/>
              <a:gd name="connisteX1" fmla="*/ 1379855 w 1379855"/>
              <a:gd name="connsiteY1" fmla="*/ 21590 h 1152525"/>
              <a:gd name="connisteX2" fmla="*/ 0 w 1379855"/>
              <a:gd name="connsiteY2" fmla="*/ 0 h 1152525"/>
            </a:gdLst>
            <a:ahLst/>
            <a:cxnLst>
              <a:cxn ang="0">
                <a:pos x="connisteX0" y="connsiteY0"/>
              </a:cxn>
              <a:cxn ang="0">
                <a:pos x="connisteX1" y="connsiteY1"/>
              </a:cxn>
              <a:cxn ang="0">
                <a:pos x="connisteX2" y="connsiteY2"/>
              </a:cxn>
            </a:cxnLst>
            <a:rect l="l" t="t" r="r" b="b"/>
            <a:pathLst>
              <a:path w="1379855" h="1152525">
                <a:moveTo>
                  <a:pt x="1369060" y="1152525"/>
                </a:moveTo>
                <a:lnTo>
                  <a:pt x="1379855" y="21590"/>
                </a:lnTo>
                <a:lnTo>
                  <a:pt x="0" y="0"/>
                </a:lnTo>
              </a:path>
            </a:pathLst>
          </a:custGeom>
          <a:noFill/>
          <a:ln>
            <a:solidFill>
              <a:schemeClr val="tx1">
                <a:lumMod val="85000"/>
                <a:lumOff val="15000"/>
              </a:schemeClr>
            </a:solidFill>
            <a:tailEnd type="oval"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6" name="文本框 15"/>
          <p:cNvSpPr txBox="1"/>
          <p:nvPr/>
        </p:nvSpPr>
        <p:spPr>
          <a:xfrm>
            <a:off x="316230" y="862965"/>
            <a:ext cx="3048000" cy="64516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/>
              <a:t>Web Camera </a:t>
            </a:r>
            <a:r>
              <a:rPr lang="zh-CN" altLang="en-US">
                <a:ea typeface="宋体" panose="02010600030101010101" pitchFamily="2" charset="-122"/>
              </a:rPr>
              <a:t>俯视视角，收集视觉信息</a:t>
            </a:r>
            <a:endParaRPr lang="zh-CN" altLang="en-US">
              <a:ea typeface="宋体" panose="02010600030101010101" pitchFamily="2" charset="-122"/>
            </a:endParaRPr>
          </a:p>
        </p:txBody>
      </p:sp>
      <p:sp>
        <p:nvSpPr>
          <p:cNvPr id="18" name="任意多边形 17"/>
          <p:cNvSpPr/>
          <p:nvPr/>
        </p:nvSpPr>
        <p:spPr>
          <a:xfrm>
            <a:off x="3582035" y="5965825"/>
            <a:ext cx="3412490" cy="21590"/>
          </a:xfrm>
          <a:custGeom>
            <a:avLst/>
            <a:gdLst>
              <a:gd name="connisteX0" fmla="*/ 0 w 3412490"/>
              <a:gd name="connsiteY0" fmla="*/ 0 h 21590"/>
              <a:gd name="connisteX1" fmla="*/ 3412490 w 3412490"/>
              <a:gd name="connsiteY1" fmla="*/ 21590 h 21590"/>
            </a:gdLst>
            <a:ahLst/>
            <a:cxnLst>
              <a:cxn ang="0">
                <a:pos x="connisteX0" y="connsiteY0"/>
              </a:cxn>
              <a:cxn ang="0">
                <a:pos x="connisteX1" y="connsiteY1"/>
              </a:cxn>
            </a:cxnLst>
            <a:rect l="l" t="t" r="r" b="b"/>
            <a:pathLst>
              <a:path w="3412490" h="21590">
                <a:moveTo>
                  <a:pt x="0" y="0"/>
                </a:moveTo>
                <a:lnTo>
                  <a:pt x="3412490" y="21590"/>
                </a:lnTo>
              </a:path>
            </a:pathLst>
          </a:custGeom>
          <a:noFill/>
          <a:ln>
            <a:solidFill>
              <a:schemeClr val="tx1">
                <a:lumMod val="85000"/>
                <a:lumOff val="15000"/>
              </a:schemeClr>
            </a:solidFill>
            <a:tailEnd type="oval"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cxnSp>
        <p:nvCxnSpPr>
          <p:cNvPr id="19" name="直接箭头连接符 18"/>
          <p:cNvCxnSpPr>
            <a:endCxn id="18" idx="0"/>
          </p:cNvCxnSpPr>
          <p:nvPr/>
        </p:nvCxnSpPr>
        <p:spPr>
          <a:xfrm>
            <a:off x="3571240" y="5477510"/>
            <a:ext cx="10795" cy="488315"/>
          </a:xfrm>
          <a:prstGeom prst="straightConnector1">
            <a:avLst/>
          </a:prstGeom>
          <a:ln w="12700">
            <a:solidFill>
              <a:schemeClr val="tx1">
                <a:lumMod val="95000"/>
                <a:lumOff val="5000"/>
              </a:schemeClr>
            </a:solidFill>
            <a:prstDash val="dash"/>
            <a:headEnd type="arrow"/>
            <a:tailEnd type="arrow"/>
          </a:ln>
        </p:spPr>
        <p:style>
          <a:lnRef idx="0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21" name="文本框 20"/>
          <p:cNvSpPr txBox="1"/>
          <p:nvPr/>
        </p:nvSpPr>
        <p:spPr>
          <a:xfrm>
            <a:off x="6710045" y="5220970"/>
            <a:ext cx="2059305" cy="64516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/>
              <a:t>手部放置位置，正对物体</a:t>
            </a:r>
            <a:r>
              <a:rPr lang="en-US" altLang="zh-CN"/>
              <a:t>30mm</a:t>
            </a:r>
            <a:r>
              <a:rPr lang="zh-CN" altLang="en-US">
                <a:ea typeface="宋体" panose="02010600030101010101" pitchFamily="2" charset="-122"/>
              </a:rPr>
              <a:t>。</a:t>
            </a:r>
            <a:endParaRPr lang="zh-CN" altLang="en-US">
              <a:ea typeface="宋体" panose="02010600030101010101" pitchFamily="2" charset="-122"/>
            </a:endParaRPr>
          </a:p>
        </p:txBody>
      </p:sp>
      <p:sp>
        <p:nvSpPr>
          <p:cNvPr id="22" name="文本框 21"/>
          <p:cNvSpPr txBox="1"/>
          <p:nvPr/>
        </p:nvSpPr>
        <p:spPr>
          <a:xfrm>
            <a:off x="3582035" y="5554980"/>
            <a:ext cx="2986405" cy="41084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zh-CN"/>
              <a:t>30mm</a:t>
            </a:r>
            <a:endParaRPr lang="en-US" altLang="zh-CN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6" name="文本框 5"/>
          <p:cNvSpPr>
            <a:spLocks noGrp="1"/>
          </p:cNvSpPr>
          <p:nvPr/>
        </p:nvSpPr>
        <p:spPr>
          <a:xfrm>
            <a:off x="275590" y="226695"/>
            <a:ext cx="8522970" cy="5835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sz="3200" b="1">
                <a:latin typeface="Times New Roman" panose="02020603050405020304"/>
                <a:ea typeface="宋体" panose="02010600030101010101" pitchFamily="2" charset="-122"/>
                <a:cs typeface="Times New Roman" panose="02020603050405020304"/>
                <a:sym typeface="+mn-ea"/>
              </a:rPr>
              <a:t>实验环境</a:t>
            </a:r>
            <a:endParaRPr lang="zh-CN" altLang="en-US" sz="3200" b="1">
              <a:latin typeface="Times New Roman" panose="02020603050405020304"/>
              <a:ea typeface="宋体" panose="02010600030101010101" pitchFamily="2" charset="-122"/>
              <a:cs typeface="Times New Roman" panose="02020603050405020304"/>
              <a:sym typeface="+mn-ea"/>
            </a:endParaRPr>
          </a:p>
        </p:txBody>
      </p:sp>
      <p:pic>
        <p:nvPicPr>
          <p:cNvPr id="13" name="grasp_video">
            <a:hlinkClick r:id="" action="ppaction://media"/>
          </p:cNvPr>
          <p:cNvPicPr/>
          <p:nvPr>
            <a:videoFile r:link="rId1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3"/>
          <a:stretch>
            <a:fillRect/>
          </a:stretch>
        </p:blipFill>
        <p:spPr>
          <a:xfrm>
            <a:off x="1163955" y="1711960"/>
            <a:ext cx="6745605" cy="461391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video fullScrn="0">
              <p:cMediaNode>
                <p:cTn id="2" fill="hold" display="1">
                  <p:stCondLst>
                    <p:cond delay="indefinite"/>
                  </p:stCondLst>
                </p:cTn>
                <p:tgtEl>
                  <p:spTgt spid="13"/>
                </p:tgtEl>
              </p:cMediaNode>
            </p:video>
            <p:seq concurrent="1" nextAc="seek">
              <p:cTn id="3" restart="whenNotActive" fill="hold" evtFilter="cancelBubble" nodeType="interactiveSeq">
                <p:stCondLst>
                  <p:cond evt="onClick" delay="0">
                    <p:tgtEl>
                      <p:spTgt spid="13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4" fill="hold">
                      <p:stCondLst>
                        <p:cond delay="0"/>
                      </p:stCondLst>
                      <p:childTnLst>
                        <p:par>
                          <p:cTn id="5" fill="hold">
                            <p:stCondLst>
                              <p:cond delay="0"/>
                            </p:stCondLst>
                            <p:childTnLst>
                              <p:par>
                                <p:cTn id="6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 additive="base">
                                        <p:cTn id="7" dur="1" fill="hold"/>
                                        <p:tgtEl>
                                          <p:spTgt spid="13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3"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6" name="文本框 5"/>
          <p:cNvSpPr>
            <a:spLocks noGrp="1"/>
          </p:cNvSpPr>
          <p:nvPr/>
        </p:nvSpPr>
        <p:spPr>
          <a:xfrm>
            <a:off x="275590" y="226695"/>
            <a:ext cx="8522970" cy="5835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3200" b="1">
                <a:latin typeface="Times New Roman" panose="02020603050405020304"/>
                <a:ea typeface="Times New Roman" panose="02020603050405020304"/>
                <a:cs typeface="Times New Roman" panose="02020603050405020304"/>
              </a:rPr>
              <a:t>Model</a:t>
            </a:r>
            <a:endParaRPr lang="en-US" altLang="zh-CN" sz="3200" b="1">
              <a:latin typeface="Times New Roman" panose="02020603050405020304"/>
              <a:ea typeface="Times New Roman" panose="02020603050405020304"/>
              <a:cs typeface="Times New Roman" panose="02020603050405020304"/>
            </a:endParaRPr>
          </a:p>
        </p:txBody>
      </p:sp>
      <p:grpSp>
        <p:nvGrpSpPr>
          <p:cNvPr id="4" name="组合 3"/>
          <p:cNvGrpSpPr/>
          <p:nvPr/>
        </p:nvGrpSpPr>
        <p:grpSpPr>
          <a:xfrm>
            <a:off x="1101725" y="1490980"/>
            <a:ext cx="1868170" cy="1159510"/>
            <a:chOff x="4230" y="2456"/>
            <a:chExt cx="2942" cy="1826"/>
          </a:xfrm>
        </p:grpSpPr>
        <p:sp>
          <p:nvSpPr>
            <p:cNvPr id="5" name="Google Shape;4859;p44"/>
            <p:cNvSpPr/>
            <p:nvPr/>
          </p:nvSpPr>
          <p:spPr>
            <a:xfrm>
              <a:off x="4230" y="2456"/>
              <a:ext cx="2107" cy="1826"/>
            </a:xfrm>
            <a:prstGeom prst="cube">
              <a:avLst>
                <a:gd name="adj" fmla="val 8683"/>
              </a:avLst>
            </a:prstGeom>
            <a:solidFill>
              <a:schemeClr val="accent6">
                <a:lumMod val="60000"/>
                <a:lumOff val="40000"/>
              </a:schemeClr>
            </a:solidFill>
            <a:ln w="9525" cap="flat" cmpd="sng">
              <a:noFill/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cxnSp>
          <p:nvCxnSpPr>
            <p:cNvPr id="8" name="直接箭头连接符 7"/>
            <p:cNvCxnSpPr>
              <a:stCxn id="5" idx="4"/>
            </p:cNvCxnSpPr>
            <p:nvPr/>
          </p:nvCxnSpPr>
          <p:spPr>
            <a:xfrm flipV="1">
              <a:off x="6265" y="3436"/>
              <a:ext cx="907" cy="12"/>
            </a:xfrm>
            <a:prstGeom prst="straightConnector1">
              <a:avLst/>
            </a:prstGeom>
            <a:ln>
              <a:solidFill>
                <a:srgbClr val="0E2841"/>
              </a:solidFill>
              <a:tailEnd type="arrow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24" name="直接箭头连接符 23"/>
          <p:cNvCxnSpPr/>
          <p:nvPr/>
        </p:nvCxnSpPr>
        <p:spPr>
          <a:xfrm flipV="1">
            <a:off x="5327650" y="2106930"/>
            <a:ext cx="684000" cy="7620"/>
          </a:xfrm>
          <a:prstGeom prst="straightConnector1">
            <a:avLst/>
          </a:prstGeom>
          <a:ln>
            <a:solidFill>
              <a:srgbClr val="0E2841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文本框 26"/>
          <p:cNvSpPr txBox="1"/>
          <p:nvPr/>
        </p:nvSpPr>
        <p:spPr>
          <a:xfrm>
            <a:off x="1055370" y="1656715"/>
            <a:ext cx="1338580" cy="33718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ctr"/>
            <a:r>
              <a:rPr lang="en-US" altLang="zh-CN" sz="1600" b="1">
                <a:latin typeface="Times New Roman" panose="02020603050405020304" charset="0"/>
                <a:cs typeface="Times New Roman" panose="02020603050405020304" charset="0"/>
                <a:sym typeface="+mn-ea"/>
              </a:rPr>
              <a:t>Distance</a:t>
            </a:r>
            <a:endParaRPr lang="en-US" altLang="zh-CN" sz="1600" b="1">
              <a:latin typeface="Times New Roman" panose="02020603050405020304" charset="0"/>
              <a:cs typeface="Times New Roman" panose="02020603050405020304" charset="0"/>
              <a:sym typeface="+mn-ea"/>
            </a:endParaRPr>
          </a:p>
        </p:txBody>
      </p:sp>
      <p:grpSp>
        <p:nvGrpSpPr>
          <p:cNvPr id="29" name="组合 28"/>
          <p:cNvGrpSpPr/>
          <p:nvPr/>
        </p:nvGrpSpPr>
        <p:grpSpPr>
          <a:xfrm>
            <a:off x="6082665" y="1583055"/>
            <a:ext cx="1423670" cy="853440"/>
            <a:chOff x="9310" y="4361"/>
            <a:chExt cx="2242" cy="1344"/>
          </a:xfrm>
        </p:grpSpPr>
        <p:sp>
          <p:nvSpPr>
            <p:cNvPr id="4861" name="Google Shape;4861;p44"/>
            <p:cNvSpPr/>
            <p:nvPr/>
          </p:nvSpPr>
          <p:spPr>
            <a:xfrm>
              <a:off x="9310" y="4361"/>
              <a:ext cx="2192" cy="1344"/>
            </a:xfrm>
            <a:prstGeom prst="cube">
              <a:avLst>
                <a:gd name="adj" fmla="val 21848"/>
              </a:avLst>
            </a:prstGeom>
            <a:solidFill>
              <a:srgbClr val="09CDA6"/>
            </a:solidFill>
            <a:ln w="9525" cap="flat" cmpd="sng">
              <a:noFill/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28" name="文本框 27"/>
            <p:cNvSpPr txBox="1"/>
            <p:nvPr/>
          </p:nvSpPr>
          <p:spPr>
            <a:xfrm>
              <a:off x="9310" y="4688"/>
              <a:ext cx="2242" cy="1016"/>
            </a:xfrm>
            <a:prstGeom prst="rect">
              <a:avLst/>
            </a:prstGeom>
          </p:spPr>
          <p:txBody>
            <a:bodyPr wrap="square">
              <a:spAutoFit/>
            </a:bodyPr>
            <a:p>
              <a:r>
                <a:rPr lang="en-US" altLang="zh-CN" sz="1800" b="1">
                  <a:latin typeface="Times New Roman" panose="02020603050405020304" charset="0"/>
                  <a:cs typeface="Times New Roman" panose="02020603050405020304" charset="0"/>
                </a:rPr>
                <a:t>Fingertip </a:t>
              </a:r>
              <a:endParaRPr lang="en-US" altLang="zh-CN" sz="1800" b="1">
                <a:latin typeface="Times New Roman" panose="02020603050405020304" charset="0"/>
                <a:cs typeface="Times New Roman" panose="02020603050405020304" charset="0"/>
              </a:endParaRPr>
            </a:p>
            <a:p>
              <a:r>
                <a:rPr lang="en-US" altLang="zh-CN" sz="1800" b="1">
                  <a:latin typeface="Times New Roman" panose="02020603050405020304" charset="0"/>
                  <a:cs typeface="Times New Roman" panose="02020603050405020304" charset="0"/>
                </a:rPr>
                <a:t>Aperture</a:t>
              </a:r>
              <a:endParaRPr lang="en-US" altLang="ja-JP" sz="1600"/>
            </a:p>
          </p:txBody>
        </p:sp>
      </p:grpSp>
      <p:grpSp>
        <p:nvGrpSpPr>
          <p:cNvPr id="155" name="组合 154"/>
          <p:cNvGrpSpPr/>
          <p:nvPr/>
        </p:nvGrpSpPr>
        <p:grpSpPr>
          <a:xfrm>
            <a:off x="3118485" y="1320800"/>
            <a:ext cx="2145030" cy="1884045"/>
            <a:chOff x="2243" y="1465"/>
            <a:chExt cx="8060" cy="5346"/>
          </a:xfrm>
        </p:grpSpPr>
        <p:sp>
          <p:nvSpPr>
            <p:cNvPr id="114" name="Google Shape;500;p25"/>
            <p:cNvSpPr/>
            <p:nvPr/>
          </p:nvSpPr>
          <p:spPr>
            <a:xfrm>
              <a:off x="2243" y="2689"/>
              <a:ext cx="125" cy="108"/>
            </a:xfrm>
            <a:prstGeom prst="flowChartConnector">
              <a:avLst/>
            </a:prstGeom>
            <a:solidFill>
              <a:srgbClr val="B7B7B7"/>
            </a:solidFill>
            <a:ln w="9525" cap="flat" cmpd="sng">
              <a:solidFill>
                <a:srgbClr val="595959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115" name="Google Shape;503;p25"/>
            <p:cNvSpPr/>
            <p:nvPr/>
          </p:nvSpPr>
          <p:spPr>
            <a:xfrm>
              <a:off x="9455" y="3359"/>
              <a:ext cx="849" cy="878"/>
            </a:xfrm>
            <a:prstGeom prst="ellipse">
              <a:avLst/>
            </a:prstGeom>
            <a:solidFill>
              <a:srgbClr val="F4CCCC"/>
            </a:solidFill>
            <a:ln w="9525" cap="flat" cmpd="sng">
              <a:solidFill>
                <a:srgbClr val="595959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100"/>
                <a:buFont typeface="Arial" panose="020B0604020202020204"/>
                <a:buNone/>
              </a:pPr>
              <a:endParaRPr sz="1600">
                <a:solidFill>
                  <a:srgbClr val="000000"/>
                </a:solidFill>
              </a:endParaRPr>
            </a:p>
          </p:txBody>
        </p:sp>
        <p:cxnSp>
          <p:nvCxnSpPr>
            <p:cNvPr id="116" name="Google Shape;510;p25"/>
            <p:cNvCxnSpPr>
              <a:endCxn id="115" idx="2"/>
            </p:cNvCxnSpPr>
            <p:nvPr/>
          </p:nvCxnSpPr>
          <p:spPr>
            <a:xfrm rot="10800000" flipH="1">
              <a:off x="7887" y="3798"/>
              <a:ext cx="1568" cy="2505"/>
            </a:xfrm>
            <a:prstGeom prst="straightConnector1">
              <a:avLst/>
            </a:prstGeom>
            <a:noFill/>
            <a:ln w="9525" cap="flat" cmpd="sng">
              <a:solidFill>
                <a:srgbClr val="595959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cxnSp>
          <p:nvCxnSpPr>
            <p:cNvPr id="117" name="Google Shape;512;p25"/>
            <p:cNvCxnSpPr>
              <a:endCxn id="115" idx="2"/>
            </p:cNvCxnSpPr>
            <p:nvPr/>
          </p:nvCxnSpPr>
          <p:spPr>
            <a:xfrm>
              <a:off x="7887" y="3166"/>
              <a:ext cx="1568" cy="632"/>
            </a:xfrm>
            <a:prstGeom prst="straightConnector1">
              <a:avLst/>
            </a:prstGeom>
            <a:noFill/>
            <a:ln w="9525" cap="flat" cmpd="sng">
              <a:solidFill>
                <a:srgbClr val="595959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cxnSp>
          <p:nvCxnSpPr>
            <p:cNvPr id="118" name="Google Shape;514;p25"/>
            <p:cNvCxnSpPr>
              <a:endCxn id="115" idx="2"/>
            </p:cNvCxnSpPr>
            <p:nvPr/>
          </p:nvCxnSpPr>
          <p:spPr>
            <a:xfrm>
              <a:off x="7887" y="1947"/>
              <a:ext cx="1568" cy="1851"/>
            </a:xfrm>
            <a:prstGeom prst="straightConnector1">
              <a:avLst/>
            </a:prstGeom>
            <a:noFill/>
            <a:ln w="9525" cap="flat" cmpd="sng">
              <a:solidFill>
                <a:srgbClr val="595959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cxnSp>
          <p:nvCxnSpPr>
            <p:cNvPr id="119" name="Google Shape;516;p25"/>
            <p:cNvCxnSpPr>
              <a:stCxn id="120" idx="6"/>
              <a:endCxn id="124" idx="2"/>
            </p:cNvCxnSpPr>
            <p:nvPr/>
          </p:nvCxnSpPr>
          <p:spPr>
            <a:xfrm>
              <a:off x="5658" y="1947"/>
              <a:ext cx="1182" cy="0"/>
            </a:xfrm>
            <a:prstGeom prst="straightConnector1">
              <a:avLst/>
            </a:prstGeom>
            <a:noFill/>
            <a:ln w="9525" cap="flat" cmpd="sng">
              <a:solidFill>
                <a:srgbClr val="595959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sp>
          <p:nvSpPr>
            <p:cNvPr id="120" name="Google Shape;517;p25"/>
            <p:cNvSpPr/>
            <p:nvPr/>
          </p:nvSpPr>
          <p:spPr>
            <a:xfrm>
              <a:off x="4724" y="1465"/>
              <a:ext cx="934" cy="963"/>
            </a:xfrm>
            <a:prstGeom prst="ellipse">
              <a:avLst/>
            </a:prstGeom>
            <a:gradFill>
              <a:gsLst>
                <a:gs pos="0">
                  <a:srgbClr val="E0EDBA">
                    <a:alpha val="79216"/>
                  </a:srgbClr>
                </a:gs>
                <a:gs pos="100000">
                  <a:srgbClr val="DE87F1">
                    <a:alpha val="48235"/>
                  </a:srgbClr>
                </a:gs>
              </a:gsLst>
              <a:lin ang="13500032" scaled="0"/>
            </a:gradFill>
            <a:ln w="9525" cap="flat" cmpd="sng">
              <a:solidFill>
                <a:srgbClr val="595959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100"/>
                <a:buFont typeface="Arial" panose="020B0604020202020204"/>
                <a:buNone/>
              </a:pPr>
              <a:r>
                <a:rPr lang="en-GB" sz="1100"/>
                <a:t> </a:t>
              </a:r>
              <a:endParaRPr sz="1200" baseline="-25000"/>
            </a:p>
          </p:txBody>
        </p:sp>
        <p:sp>
          <p:nvSpPr>
            <p:cNvPr id="121" name="Google Shape;519;p25"/>
            <p:cNvSpPr/>
            <p:nvPr/>
          </p:nvSpPr>
          <p:spPr>
            <a:xfrm>
              <a:off x="4714" y="2684"/>
              <a:ext cx="934" cy="963"/>
            </a:xfrm>
            <a:prstGeom prst="ellipse">
              <a:avLst/>
            </a:prstGeom>
            <a:gradFill>
              <a:gsLst>
                <a:gs pos="0">
                  <a:srgbClr val="E0EDBA">
                    <a:alpha val="79216"/>
                  </a:srgbClr>
                </a:gs>
                <a:gs pos="100000">
                  <a:srgbClr val="DE87F1">
                    <a:alpha val="48235"/>
                  </a:srgbClr>
                </a:gs>
              </a:gsLst>
              <a:lin ang="13500032" scaled="0"/>
            </a:gradFill>
            <a:ln w="9525" cap="flat" cmpd="sng">
              <a:solidFill>
                <a:srgbClr val="595959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100"/>
                <a:buFont typeface="Arial" panose="020B0604020202020204"/>
                <a:buNone/>
              </a:pPr>
              <a:r>
                <a:rPr lang="en-GB" sz="1100"/>
                <a:t> </a:t>
              </a:r>
              <a:endParaRPr sz="1600">
                <a:solidFill>
                  <a:srgbClr val="000000"/>
                </a:solidFill>
              </a:endParaRPr>
            </a:p>
          </p:txBody>
        </p:sp>
        <p:sp>
          <p:nvSpPr>
            <p:cNvPr id="122" name="Google Shape;520;p25"/>
            <p:cNvSpPr/>
            <p:nvPr/>
          </p:nvSpPr>
          <p:spPr>
            <a:xfrm>
              <a:off x="4724" y="3903"/>
              <a:ext cx="934" cy="963"/>
            </a:xfrm>
            <a:prstGeom prst="ellipse">
              <a:avLst/>
            </a:prstGeom>
            <a:gradFill>
              <a:gsLst>
                <a:gs pos="0">
                  <a:srgbClr val="E0EDBA">
                    <a:alpha val="79216"/>
                  </a:srgbClr>
                </a:gs>
                <a:gs pos="100000">
                  <a:srgbClr val="DE87F1">
                    <a:alpha val="48235"/>
                  </a:srgbClr>
                </a:gs>
              </a:gsLst>
              <a:lin ang="13500032" scaled="0"/>
            </a:gradFill>
            <a:ln w="9525" cap="flat" cmpd="sng">
              <a:solidFill>
                <a:srgbClr val="595959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100"/>
                <a:buFont typeface="Arial" panose="020B0604020202020204"/>
                <a:buNone/>
              </a:pPr>
              <a:r>
                <a:rPr lang="en-GB" sz="1100"/>
                <a:t> </a:t>
              </a:r>
              <a:endParaRPr sz="1600">
                <a:solidFill>
                  <a:srgbClr val="000000"/>
                </a:solidFill>
              </a:endParaRPr>
            </a:p>
          </p:txBody>
        </p:sp>
        <p:sp>
          <p:nvSpPr>
            <p:cNvPr id="123" name="Google Shape;521;p25"/>
            <p:cNvSpPr/>
            <p:nvPr/>
          </p:nvSpPr>
          <p:spPr>
            <a:xfrm>
              <a:off x="4724" y="5849"/>
              <a:ext cx="925" cy="963"/>
            </a:xfrm>
            <a:prstGeom prst="ellipse">
              <a:avLst/>
            </a:prstGeom>
            <a:gradFill>
              <a:gsLst>
                <a:gs pos="0">
                  <a:srgbClr val="E0EDBA">
                    <a:alpha val="79216"/>
                  </a:srgbClr>
                </a:gs>
                <a:gs pos="100000">
                  <a:srgbClr val="DE87F1">
                    <a:alpha val="48235"/>
                  </a:srgbClr>
                </a:gs>
              </a:gsLst>
              <a:lin ang="13500032" scaled="0"/>
            </a:gradFill>
            <a:ln w="9525" cap="flat" cmpd="sng">
              <a:solidFill>
                <a:srgbClr val="595959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100"/>
                <a:buFont typeface="Arial" panose="020B0604020202020204"/>
                <a:buNone/>
              </a:pPr>
              <a:endParaRPr sz="1100">
                <a:solidFill>
                  <a:srgbClr val="000000"/>
                </a:solidFill>
              </a:endParaRPr>
            </a:p>
          </p:txBody>
        </p:sp>
        <p:sp>
          <p:nvSpPr>
            <p:cNvPr id="124" name="Google Shape;518;p25"/>
            <p:cNvSpPr/>
            <p:nvPr/>
          </p:nvSpPr>
          <p:spPr>
            <a:xfrm>
              <a:off x="6840" y="1465"/>
              <a:ext cx="934" cy="963"/>
            </a:xfrm>
            <a:prstGeom prst="ellipse">
              <a:avLst/>
            </a:prstGeom>
            <a:gradFill>
              <a:gsLst>
                <a:gs pos="0">
                  <a:srgbClr val="E0EDBA">
                    <a:alpha val="79216"/>
                  </a:srgbClr>
                </a:gs>
                <a:gs pos="100000">
                  <a:srgbClr val="DE87F1">
                    <a:alpha val="48235"/>
                  </a:srgbClr>
                </a:gs>
              </a:gsLst>
              <a:lin ang="13500032" scaled="0"/>
            </a:gradFill>
            <a:ln w="9525" cap="flat" cmpd="sng">
              <a:solidFill>
                <a:srgbClr val="595959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100"/>
                <a:buFont typeface="Arial" panose="020B0604020202020204"/>
                <a:buNone/>
              </a:pPr>
              <a:endParaRPr sz="1200" baseline="-25000"/>
            </a:p>
          </p:txBody>
        </p:sp>
        <p:sp>
          <p:nvSpPr>
            <p:cNvPr id="125" name="Google Shape;522;p25"/>
            <p:cNvSpPr/>
            <p:nvPr/>
          </p:nvSpPr>
          <p:spPr>
            <a:xfrm>
              <a:off x="6840" y="2743"/>
              <a:ext cx="934" cy="963"/>
            </a:xfrm>
            <a:prstGeom prst="ellipse">
              <a:avLst/>
            </a:prstGeom>
            <a:gradFill>
              <a:gsLst>
                <a:gs pos="0">
                  <a:srgbClr val="E0EDBA">
                    <a:alpha val="79216"/>
                  </a:srgbClr>
                </a:gs>
                <a:gs pos="100000">
                  <a:srgbClr val="DE87F1">
                    <a:alpha val="48235"/>
                  </a:srgbClr>
                </a:gs>
              </a:gsLst>
              <a:lin ang="13500032" scaled="0"/>
            </a:gradFill>
            <a:ln w="9525" cap="flat" cmpd="sng">
              <a:solidFill>
                <a:srgbClr val="595959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100"/>
                <a:buFont typeface="Arial" panose="020B0604020202020204"/>
                <a:buNone/>
              </a:pPr>
              <a:endParaRPr sz="1600">
                <a:solidFill>
                  <a:srgbClr val="000000"/>
                </a:solidFill>
              </a:endParaRPr>
            </a:p>
          </p:txBody>
        </p:sp>
        <p:sp>
          <p:nvSpPr>
            <p:cNvPr id="126" name="Google Shape;523;p25"/>
            <p:cNvSpPr/>
            <p:nvPr/>
          </p:nvSpPr>
          <p:spPr>
            <a:xfrm>
              <a:off x="6840" y="3946"/>
              <a:ext cx="934" cy="963"/>
            </a:xfrm>
            <a:prstGeom prst="ellipse">
              <a:avLst/>
            </a:prstGeom>
            <a:gradFill>
              <a:gsLst>
                <a:gs pos="0">
                  <a:srgbClr val="E0EDBA">
                    <a:alpha val="79216"/>
                  </a:srgbClr>
                </a:gs>
                <a:gs pos="100000">
                  <a:srgbClr val="DE87F1">
                    <a:alpha val="48235"/>
                  </a:srgbClr>
                </a:gs>
              </a:gsLst>
              <a:lin ang="13500032" scaled="0"/>
            </a:gradFill>
            <a:ln w="9525" cap="flat" cmpd="sng">
              <a:solidFill>
                <a:srgbClr val="595959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100"/>
                <a:buFont typeface="Arial" panose="020B0604020202020204"/>
                <a:buNone/>
              </a:pPr>
              <a:endParaRPr sz="1600">
                <a:solidFill>
                  <a:srgbClr val="000000"/>
                </a:solidFill>
              </a:endParaRPr>
            </a:p>
          </p:txBody>
        </p:sp>
        <p:sp>
          <p:nvSpPr>
            <p:cNvPr id="127" name="Google Shape;524;p25"/>
            <p:cNvSpPr/>
            <p:nvPr/>
          </p:nvSpPr>
          <p:spPr>
            <a:xfrm>
              <a:off x="6840" y="5849"/>
              <a:ext cx="934" cy="963"/>
            </a:xfrm>
            <a:prstGeom prst="ellipse">
              <a:avLst/>
            </a:prstGeom>
            <a:gradFill>
              <a:gsLst>
                <a:gs pos="0">
                  <a:srgbClr val="E0EDBA">
                    <a:alpha val="79216"/>
                  </a:srgbClr>
                </a:gs>
                <a:gs pos="100000">
                  <a:srgbClr val="DE87F1">
                    <a:alpha val="48235"/>
                  </a:srgbClr>
                </a:gs>
              </a:gsLst>
              <a:lin ang="13500032" scaled="0"/>
            </a:gradFill>
            <a:ln w="9525" cap="flat" cmpd="sng">
              <a:solidFill>
                <a:srgbClr val="595959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100"/>
                <a:buFont typeface="Arial" panose="020B0604020202020204"/>
                <a:buNone/>
              </a:pPr>
              <a:endParaRPr sz="1600">
                <a:solidFill>
                  <a:srgbClr val="000000"/>
                </a:solidFill>
              </a:endParaRPr>
            </a:p>
          </p:txBody>
        </p:sp>
        <p:cxnSp>
          <p:nvCxnSpPr>
            <p:cNvPr id="128" name="Google Shape;526;p25"/>
            <p:cNvCxnSpPr/>
            <p:nvPr/>
          </p:nvCxnSpPr>
          <p:spPr>
            <a:xfrm flipH="1">
              <a:off x="5186" y="5064"/>
              <a:ext cx="9" cy="709"/>
            </a:xfrm>
            <a:prstGeom prst="straightConnector1">
              <a:avLst/>
            </a:prstGeom>
            <a:noFill/>
            <a:ln w="28575" cap="flat" cmpd="sng">
              <a:solidFill>
                <a:srgbClr val="595959"/>
              </a:solidFill>
              <a:prstDash val="dot"/>
              <a:round/>
              <a:headEnd type="none" w="med" len="med"/>
              <a:tailEnd type="none" w="med" len="med"/>
            </a:ln>
          </p:spPr>
        </p:cxnSp>
        <p:sp>
          <p:nvSpPr>
            <p:cNvPr id="129" name="Google Shape;530;p25"/>
            <p:cNvSpPr/>
            <p:nvPr/>
          </p:nvSpPr>
          <p:spPr>
            <a:xfrm>
              <a:off x="2243" y="5113"/>
              <a:ext cx="125" cy="108"/>
            </a:xfrm>
            <a:prstGeom prst="flowChartConnector">
              <a:avLst/>
            </a:prstGeom>
            <a:solidFill>
              <a:srgbClr val="B7B7B7"/>
            </a:solidFill>
            <a:ln w="9525" cap="flat" cmpd="sng">
              <a:solidFill>
                <a:srgbClr val="595959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cxnSp>
          <p:nvCxnSpPr>
            <p:cNvPr id="130" name="Google Shape;531;p25"/>
            <p:cNvCxnSpPr>
              <a:endCxn id="120" idx="2"/>
            </p:cNvCxnSpPr>
            <p:nvPr/>
          </p:nvCxnSpPr>
          <p:spPr>
            <a:xfrm rot="10800000" flipH="1">
              <a:off x="2378" y="1947"/>
              <a:ext cx="2346" cy="803"/>
            </a:xfrm>
            <a:prstGeom prst="straightConnector1">
              <a:avLst/>
            </a:prstGeom>
            <a:noFill/>
            <a:ln w="9525" cap="flat" cmpd="sng">
              <a:solidFill>
                <a:srgbClr val="595959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cxnSp>
          <p:nvCxnSpPr>
            <p:cNvPr id="131" name="Google Shape;532;p25"/>
            <p:cNvCxnSpPr>
              <a:stCxn id="114" idx="5"/>
              <a:endCxn id="121" idx="2"/>
            </p:cNvCxnSpPr>
            <p:nvPr/>
          </p:nvCxnSpPr>
          <p:spPr>
            <a:xfrm>
              <a:off x="2350" y="2781"/>
              <a:ext cx="2365" cy="385"/>
            </a:xfrm>
            <a:prstGeom prst="straightConnector1">
              <a:avLst/>
            </a:prstGeom>
            <a:noFill/>
            <a:ln w="9525" cap="flat" cmpd="sng">
              <a:solidFill>
                <a:srgbClr val="595959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cxnSp>
          <p:nvCxnSpPr>
            <p:cNvPr id="132" name="Google Shape;533;p25"/>
            <p:cNvCxnSpPr>
              <a:stCxn id="114" idx="5"/>
              <a:endCxn id="122" idx="2"/>
            </p:cNvCxnSpPr>
            <p:nvPr/>
          </p:nvCxnSpPr>
          <p:spPr>
            <a:xfrm>
              <a:off x="2350" y="2781"/>
              <a:ext cx="2374" cy="1604"/>
            </a:xfrm>
            <a:prstGeom prst="straightConnector1">
              <a:avLst/>
            </a:prstGeom>
            <a:noFill/>
            <a:ln w="9525" cap="flat" cmpd="sng">
              <a:solidFill>
                <a:srgbClr val="595959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cxnSp>
          <p:nvCxnSpPr>
            <p:cNvPr id="133" name="Google Shape;534;p25"/>
            <p:cNvCxnSpPr>
              <a:stCxn id="114" idx="5"/>
              <a:endCxn id="123" idx="2"/>
            </p:cNvCxnSpPr>
            <p:nvPr/>
          </p:nvCxnSpPr>
          <p:spPr>
            <a:xfrm>
              <a:off x="2350" y="2781"/>
              <a:ext cx="2374" cy="3550"/>
            </a:xfrm>
            <a:prstGeom prst="straightConnector1">
              <a:avLst/>
            </a:prstGeom>
            <a:noFill/>
            <a:ln w="9525" cap="flat" cmpd="sng">
              <a:solidFill>
                <a:srgbClr val="595959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cxnSp>
          <p:nvCxnSpPr>
            <p:cNvPr id="134" name="Google Shape;555;p25"/>
            <p:cNvCxnSpPr>
              <a:stCxn id="129" idx="5"/>
              <a:endCxn id="120" idx="2"/>
            </p:cNvCxnSpPr>
            <p:nvPr/>
          </p:nvCxnSpPr>
          <p:spPr>
            <a:xfrm rot="10800000" flipH="1">
              <a:off x="2350" y="1947"/>
              <a:ext cx="2374" cy="3258"/>
            </a:xfrm>
            <a:prstGeom prst="straightConnector1">
              <a:avLst/>
            </a:prstGeom>
            <a:noFill/>
            <a:ln w="9525" cap="flat" cmpd="sng">
              <a:solidFill>
                <a:srgbClr val="595959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cxnSp>
          <p:nvCxnSpPr>
            <p:cNvPr id="135" name="Google Shape;556;p25"/>
            <p:cNvCxnSpPr>
              <a:stCxn id="129" idx="5"/>
              <a:endCxn id="121" idx="2"/>
            </p:cNvCxnSpPr>
            <p:nvPr/>
          </p:nvCxnSpPr>
          <p:spPr>
            <a:xfrm rot="10800000" flipH="1">
              <a:off x="2350" y="3166"/>
              <a:ext cx="2365" cy="2039"/>
            </a:xfrm>
            <a:prstGeom prst="straightConnector1">
              <a:avLst/>
            </a:prstGeom>
            <a:noFill/>
            <a:ln w="9525" cap="flat" cmpd="sng">
              <a:solidFill>
                <a:srgbClr val="595959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cxnSp>
          <p:nvCxnSpPr>
            <p:cNvPr id="136" name="Google Shape;557;p25"/>
            <p:cNvCxnSpPr>
              <a:stCxn id="129" idx="5"/>
              <a:endCxn id="122" idx="2"/>
            </p:cNvCxnSpPr>
            <p:nvPr/>
          </p:nvCxnSpPr>
          <p:spPr>
            <a:xfrm rot="10800000" flipH="1">
              <a:off x="2350" y="4385"/>
              <a:ext cx="2374" cy="820"/>
            </a:xfrm>
            <a:prstGeom prst="straightConnector1">
              <a:avLst/>
            </a:prstGeom>
            <a:noFill/>
            <a:ln w="9525" cap="flat" cmpd="sng">
              <a:solidFill>
                <a:srgbClr val="595959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cxnSp>
          <p:nvCxnSpPr>
            <p:cNvPr id="137" name="Google Shape;558;p25"/>
            <p:cNvCxnSpPr>
              <a:stCxn id="129" idx="5"/>
              <a:endCxn id="123" idx="2"/>
            </p:cNvCxnSpPr>
            <p:nvPr/>
          </p:nvCxnSpPr>
          <p:spPr>
            <a:xfrm>
              <a:off x="2350" y="5205"/>
              <a:ext cx="2374" cy="1126"/>
            </a:xfrm>
            <a:prstGeom prst="straightConnector1">
              <a:avLst/>
            </a:prstGeom>
            <a:noFill/>
            <a:ln w="9525" cap="flat" cmpd="sng">
              <a:solidFill>
                <a:srgbClr val="595959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cxnSp>
          <p:nvCxnSpPr>
            <p:cNvPr id="138" name="Google Shape;559;p25"/>
            <p:cNvCxnSpPr>
              <a:stCxn id="120" idx="6"/>
              <a:endCxn id="125" idx="2"/>
            </p:cNvCxnSpPr>
            <p:nvPr/>
          </p:nvCxnSpPr>
          <p:spPr>
            <a:xfrm>
              <a:off x="5658" y="1947"/>
              <a:ext cx="1182" cy="1277"/>
            </a:xfrm>
            <a:prstGeom prst="straightConnector1">
              <a:avLst/>
            </a:prstGeom>
            <a:noFill/>
            <a:ln w="9525" cap="flat" cmpd="sng">
              <a:solidFill>
                <a:srgbClr val="595959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cxnSp>
          <p:nvCxnSpPr>
            <p:cNvPr id="139" name="Google Shape;560;p25"/>
            <p:cNvCxnSpPr>
              <a:stCxn id="120" idx="6"/>
              <a:endCxn id="126" idx="2"/>
            </p:cNvCxnSpPr>
            <p:nvPr/>
          </p:nvCxnSpPr>
          <p:spPr>
            <a:xfrm>
              <a:off x="5658" y="1947"/>
              <a:ext cx="1182" cy="2481"/>
            </a:xfrm>
            <a:prstGeom prst="straightConnector1">
              <a:avLst/>
            </a:prstGeom>
            <a:noFill/>
            <a:ln w="9525" cap="flat" cmpd="sng">
              <a:solidFill>
                <a:srgbClr val="595959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cxnSp>
          <p:nvCxnSpPr>
            <p:cNvPr id="140" name="Google Shape;561;p25"/>
            <p:cNvCxnSpPr>
              <a:stCxn id="120" idx="6"/>
              <a:endCxn id="127" idx="2"/>
            </p:cNvCxnSpPr>
            <p:nvPr/>
          </p:nvCxnSpPr>
          <p:spPr>
            <a:xfrm>
              <a:off x="5658" y="1947"/>
              <a:ext cx="1182" cy="4384"/>
            </a:xfrm>
            <a:prstGeom prst="straightConnector1">
              <a:avLst/>
            </a:prstGeom>
            <a:noFill/>
            <a:ln w="9525" cap="flat" cmpd="sng">
              <a:solidFill>
                <a:srgbClr val="595959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cxnSp>
          <p:nvCxnSpPr>
            <p:cNvPr id="141" name="Google Shape;562;p25"/>
            <p:cNvCxnSpPr>
              <a:stCxn id="121" idx="6"/>
              <a:endCxn id="124" idx="2"/>
            </p:cNvCxnSpPr>
            <p:nvPr/>
          </p:nvCxnSpPr>
          <p:spPr>
            <a:xfrm rot="10800000" flipH="1">
              <a:off x="5648" y="1946"/>
              <a:ext cx="1191" cy="1219"/>
            </a:xfrm>
            <a:prstGeom prst="straightConnector1">
              <a:avLst/>
            </a:prstGeom>
            <a:noFill/>
            <a:ln w="9525" cap="flat" cmpd="sng">
              <a:solidFill>
                <a:srgbClr val="595959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cxnSp>
          <p:nvCxnSpPr>
            <p:cNvPr id="142" name="Google Shape;563;p25"/>
            <p:cNvCxnSpPr>
              <a:stCxn id="121" idx="6"/>
              <a:endCxn id="125" idx="2"/>
            </p:cNvCxnSpPr>
            <p:nvPr/>
          </p:nvCxnSpPr>
          <p:spPr>
            <a:xfrm>
              <a:off x="5648" y="3166"/>
              <a:ext cx="1191" cy="59"/>
            </a:xfrm>
            <a:prstGeom prst="straightConnector1">
              <a:avLst/>
            </a:prstGeom>
            <a:noFill/>
            <a:ln w="9525" cap="flat" cmpd="sng">
              <a:solidFill>
                <a:srgbClr val="595959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cxnSp>
          <p:nvCxnSpPr>
            <p:cNvPr id="143" name="Google Shape;564;p25"/>
            <p:cNvCxnSpPr>
              <a:stCxn id="121" idx="6"/>
              <a:endCxn id="126" idx="2"/>
            </p:cNvCxnSpPr>
            <p:nvPr/>
          </p:nvCxnSpPr>
          <p:spPr>
            <a:xfrm>
              <a:off x="5648" y="3166"/>
              <a:ext cx="1191" cy="1262"/>
            </a:xfrm>
            <a:prstGeom prst="straightConnector1">
              <a:avLst/>
            </a:prstGeom>
            <a:noFill/>
            <a:ln w="9525" cap="flat" cmpd="sng">
              <a:solidFill>
                <a:srgbClr val="595959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cxnSp>
          <p:nvCxnSpPr>
            <p:cNvPr id="144" name="Google Shape;565;p25"/>
            <p:cNvCxnSpPr>
              <a:stCxn id="121" idx="6"/>
              <a:endCxn id="127" idx="2"/>
            </p:cNvCxnSpPr>
            <p:nvPr/>
          </p:nvCxnSpPr>
          <p:spPr>
            <a:xfrm>
              <a:off x="5648" y="3166"/>
              <a:ext cx="1191" cy="3165"/>
            </a:xfrm>
            <a:prstGeom prst="straightConnector1">
              <a:avLst/>
            </a:prstGeom>
            <a:noFill/>
            <a:ln w="9525" cap="flat" cmpd="sng">
              <a:solidFill>
                <a:srgbClr val="595959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cxnSp>
          <p:nvCxnSpPr>
            <p:cNvPr id="145" name="Google Shape;566;p25"/>
            <p:cNvCxnSpPr>
              <a:stCxn id="122" idx="6"/>
              <a:endCxn id="124" idx="2"/>
            </p:cNvCxnSpPr>
            <p:nvPr/>
          </p:nvCxnSpPr>
          <p:spPr>
            <a:xfrm rot="10800000" flipH="1">
              <a:off x="5658" y="1947"/>
              <a:ext cx="1182" cy="2438"/>
            </a:xfrm>
            <a:prstGeom prst="straightConnector1">
              <a:avLst/>
            </a:prstGeom>
            <a:noFill/>
            <a:ln w="9525" cap="flat" cmpd="sng">
              <a:solidFill>
                <a:srgbClr val="595959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cxnSp>
          <p:nvCxnSpPr>
            <p:cNvPr id="146" name="Google Shape;567;p25"/>
            <p:cNvCxnSpPr>
              <a:stCxn id="122" idx="6"/>
              <a:endCxn id="125" idx="2"/>
            </p:cNvCxnSpPr>
            <p:nvPr/>
          </p:nvCxnSpPr>
          <p:spPr>
            <a:xfrm rot="10800000" flipH="1">
              <a:off x="5658" y="3224"/>
              <a:ext cx="1182" cy="1161"/>
            </a:xfrm>
            <a:prstGeom prst="straightConnector1">
              <a:avLst/>
            </a:prstGeom>
            <a:noFill/>
            <a:ln w="9525" cap="flat" cmpd="sng">
              <a:solidFill>
                <a:srgbClr val="595959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cxnSp>
          <p:nvCxnSpPr>
            <p:cNvPr id="147" name="Google Shape;568;p25"/>
            <p:cNvCxnSpPr>
              <a:stCxn id="122" idx="6"/>
              <a:endCxn id="126" idx="2"/>
            </p:cNvCxnSpPr>
            <p:nvPr/>
          </p:nvCxnSpPr>
          <p:spPr>
            <a:xfrm>
              <a:off x="5658" y="4385"/>
              <a:ext cx="1182" cy="43"/>
            </a:xfrm>
            <a:prstGeom prst="straightConnector1">
              <a:avLst/>
            </a:prstGeom>
            <a:noFill/>
            <a:ln w="9525" cap="flat" cmpd="sng">
              <a:solidFill>
                <a:srgbClr val="595959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cxnSp>
          <p:nvCxnSpPr>
            <p:cNvPr id="148" name="Google Shape;569;p25"/>
            <p:cNvCxnSpPr>
              <a:stCxn id="122" idx="6"/>
              <a:endCxn id="127" idx="2"/>
            </p:cNvCxnSpPr>
            <p:nvPr/>
          </p:nvCxnSpPr>
          <p:spPr>
            <a:xfrm>
              <a:off x="5658" y="4385"/>
              <a:ext cx="1182" cy="1946"/>
            </a:xfrm>
            <a:prstGeom prst="straightConnector1">
              <a:avLst/>
            </a:prstGeom>
            <a:noFill/>
            <a:ln w="9525" cap="flat" cmpd="sng">
              <a:solidFill>
                <a:srgbClr val="595959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cxnSp>
          <p:nvCxnSpPr>
            <p:cNvPr id="149" name="Google Shape;570;p25"/>
            <p:cNvCxnSpPr>
              <a:endCxn id="124" idx="2"/>
            </p:cNvCxnSpPr>
            <p:nvPr/>
          </p:nvCxnSpPr>
          <p:spPr>
            <a:xfrm rot="10800000" flipH="1">
              <a:off x="5658" y="1947"/>
              <a:ext cx="1182" cy="4440"/>
            </a:xfrm>
            <a:prstGeom prst="straightConnector1">
              <a:avLst/>
            </a:prstGeom>
            <a:noFill/>
            <a:ln w="9525" cap="flat" cmpd="sng">
              <a:solidFill>
                <a:srgbClr val="595959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cxnSp>
          <p:nvCxnSpPr>
            <p:cNvPr id="150" name="Google Shape;571;p25"/>
            <p:cNvCxnSpPr>
              <a:stCxn id="123" idx="6"/>
              <a:endCxn id="125" idx="2"/>
            </p:cNvCxnSpPr>
            <p:nvPr/>
          </p:nvCxnSpPr>
          <p:spPr>
            <a:xfrm rot="10800000" flipH="1">
              <a:off x="5649" y="3224"/>
              <a:ext cx="1191" cy="3107"/>
            </a:xfrm>
            <a:prstGeom prst="straightConnector1">
              <a:avLst/>
            </a:prstGeom>
            <a:noFill/>
            <a:ln w="9525" cap="flat" cmpd="sng">
              <a:solidFill>
                <a:srgbClr val="595959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cxnSp>
          <p:nvCxnSpPr>
            <p:cNvPr id="151" name="Google Shape;572;p25"/>
            <p:cNvCxnSpPr>
              <a:stCxn id="123" idx="6"/>
              <a:endCxn id="126" idx="2"/>
            </p:cNvCxnSpPr>
            <p:nvPr/>
          </p:nvCxnSpPr>
          <p:spPr>
            <a:xfrm rot="10800000" flipH="1">
              <a:off x="5649" y="4428"/>
              <a:ext cx="1191" cy="1903"/>
            </a:xfrm>
            <a:prstGeom prst="straightConnector1">
              <a:avLst/>
            </a:prstGeom>
            <a:noFill/>
            <a:ln w="9525" cap="flat" cmpd="sng">
              <a:solidFill>
                <a:srgbClr val="595959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cxnSp>
          <p:nvCxnSpPr>
            <p:cNvPr id="152" name="Google Shape;573;p25"/>
            <p:cNvCxnSpPr>
              <a:stCxn id="123" idx="6"/>
              <a:endCxn id="127" idx="2"/>
            </p:cNvCxnSpPr>
            <p:nvPr/>
          </p:nvCxnSpPr>
          <p:spPr>
            <a:xfrm>
              <a:off x="5649" y="6331"/>
              <a:ext cx="1191" cy="0"/>
            </a:xfrm>
            <a:prstGeom prst="straightConnector1">
              <a:avLst/>
            </a:prstGeom>
            <a:noFill/>
            <a:ln w="9525" cap="flat" cmpd="sng">
              <a:solidFill>
                <a:srgbClr val="595959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cxnSp>
          <p:nvCxnSpPr>
            <p:cNvPr id="153" name="Google Shape;591;p25"/>
            <p:cNvCxnSpPr>
              <a:endCxn id="115" idx="2"/>
            </p:cNvCxnSpPr>
            <p:nvPr/>
          </p:nvCxnSpPr>
          <p:spPr>
            <a:xfrm rot="10800000" flipH="1">
              <a:off x="7887" y="3798"/>
              <a:ext cx="1568" cy="587"/>
            </a:xfrm>
            <a:prstGeom prst="straightConnector1">
              <a:avLst/>
            </a:prstGeom>
            <a:noFill/>
            <a:ln w="9525" cap="flat" cmpd="sng">
              <a:solidFill>
                <a:srgbClr val="595959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cxnSp>
          <p:nvCxnSpPr>
            <p:cNvPr id="154" name="Google Shape;593;p25"/>
            <p:cNvCxnSpPr/>
            <p:nvPr/>
          </p:nvCxnSpPr>
          <p:spPr>
            <a:xfrm flipH="1">
              <a:off x="7302" y="5064"/>
              <a:ext cx="9" cy="709"/>
            </a:xfrm>
            <a:prstGeom prst="straightConnector1">
              <a:avLst/>
            </a:prstGeom>
            <a:noFill/>
            <a:ln w="28575" cap="flat" cmpd="sng">
              <a:solidFill>
                <a:srgbClr val="595959"/>
              </a:solidFill>
              <a:prstDash val="dot"/>
              <a:round/>
              <a:headEnd type="none" w="med" len="med"/>
              <a:tailEnd type="none" w="med" len="med"/>
            </a:ln>
          </p:spPr>
        </p:cxnSp>
      </p:grpSp>
      <p:sp>
        <p:nvSpPr>
          <p:cNvPr id="156" name="文本框 155"/>
          <p:cNvSpPr txBox="1"/>
          <p:nvPr/>
        </p:nvSpPr>
        <p:spPr>
          <a:xfrm>
            <a:off x="3260090" y="977265"/>
            <a:ext cx="2413000" cy="33718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ctr"/>
            <a:r>
              <a:rPr lang="en-US" altLang="zh-CN" sz="1600" b="1"/>
              <a:t>5-frame window MLP</a:t>
            </a:r>
            <a:endParaRPr lang="en-US" altLang="zh-CN" sz="1600" b="1">
              <a:sym typeface="+mn-ea"/>
            </a:endParaRPr>
          </a:p>
        </p:txBody>
      </p:sp>
      <p:sp>
        <p:nvSpPr>
          <p:cNvPr id="157" name="文本框 156"/>
          <p:cNvSpPr txBox="1"/>
          <p:nvPr/>
        </p:nvSpPr>
        <p:spPr>
          <a:xfrm>
            <a:off x="3016250" y="3205480"/>
            <a:ext cx="4070985" cy="33718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ctr"/>
            <a:r>
              <a:rPr lang="en-US" altLang="zh-CN" sz="1600" b="1"/>
              <a:t>2 hidden layer, each with 32 neurons.</a:t>
            </a:r>
            <a:endParaRPr lang="en-US" altLang="zh-CN" sz="1600" b="1"/>
          </a:p>
        </p:txBody>
      </p:sp>
      <p:sp>
        <p:nvSpPr>
          <p:cNvPr id="3" name="任意多边形 2"/>
          <p:cNvSpPr/>
          <p:nvPr/>
        </p:nvSpPr>
        <p:spPr>
          <a:xfrm>
            <a:off x="3154680" y="1148715"/>
            <a:ext cx="281940" cy="434975"/>
          </a:xfrm>
          <a:custGeom>
            <a:avLst/>
            <a:gdLst>
              <a:gd name="connisteX0" fmla="*/ 0 w 380365"/>
              <a:gd name="connsiteY0" fmla="*/ 887730 h 887730"/>
              <a:gd name="connisteX1" fmla="*/ 0 w 380365"/>
              <a:gd name="connsiteY1" fmla="*/ 0 h 887730"/>
              <a:gd name="connisteX2" fmla="*/ 380365 w 380365"/>
              <a:gd name="connsiteY2" fmla="*/ 0 h 887730"/>
            </a:gdLst>
            <a:ahLst/>
            <a:cxnLst>
              <a:cxn ang="0">
                <a:pos x="connisteX0" y="connsiteY0"/>
              </a:cxn>
              <a:cxn ang="0">
                <a:pos x="connisteX1" y="connsiteY1"/>
              </a:cxn>
              <a:cxn ang="0">
                <a:pos x="connisteX2" y="connsiteY2"/>
              </a:cxn>
            </a:cxnLst>
            <a:rect l="l" t="t" r="r" b="b"/>
            <a:pathLst>
              <a:path w="380365" h="887730">
                <a:moveTo>
                  <a:pt x="0" y="887730"/>
                </a:moveTo>
                <a:lnTo>
                  <a:pt x="0" y="0"/>
                </a:lnTo>
                <a:lnTo>
                  <a:pt x="380365" y="0"/>
                </a:lnTo>
              </a:path>
            </a:pathLst>
          </a:custGeom>
          <a:noFill/>
          <a:ln>
            <a:solidFill>
              <a:schemeClr val="tx1">
                <a:lumMod val="85000"/>
                <a:lumOff val="15000"/>
              </a:schemeClr>
            </a:solidFill>
            <a:tailEnd type="oval"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7" name="任意多边形 6"/>
          <p:cNvSpPr/>
          <p:nvPr/>
        </p:nvSpPr>
        <p:spPr>
          <a:xfrm>
            <a:off x="3169285" y="3115945"/>
            <a:ext cx="1451610" cy="2346325"/>
          </a:xfrm>
          <a:custGeom>
            <a:avLst/>
            <a:gdLst>
              <a:gd name="connisteX0" fmla="*/ 0 w 2300605"/>
              <a:gd name="connsiteY0" fmla="*/ 0 h 2346325"/>
              <a:gd name="connisteX1" fmla="*/ 8890 w 2300605"/>
              <a:gd name="connsiteY1" fmla="*/ 2346325 h 2346325"/>
              <a:gd name="connisteX2" fmla="*/ 2300605 w 2300605"/>
              <a:gd name="connsiteY2" fmla="*/ 2337435 h 2346325"/>
            </a:gdLst>
            <a:ahLst/>
            <a:cxnLst>
              <a:cxn ang="0">
                <a:pos x="connisteX0" y="connsiteY0"/>
              </a:cxn>
              <a:cxn ang="0">
                <a:pos x="connisteX1" y="connsiteY1"/>
              </a:cxn>
              <a:cxn ang="0">
                <a:pos x="connisteX2" y="connsiteY2"/>
              </a:cxn>
            </a:cxnLst>
            <a:rect l="l" t="t" r="r" b="b"/>
            <a:pathLst>
              <a:path w="2300605" h="2346325">
                <a:moveTo>
                  <a:pt x="0" y="0"/>
                </a:moveTo>
                <a:lnTo>
                  <a:pt x="8890" y="2346325"/>
                </a:lnTo>
                <a:lnTo>
                  <a:pt x="2300605" y="2337435"/>
                </a:lnTo>
              </a:path>
            </a:pathLst>
          </a:custGeom>
          <a:noFill/>
          <a:ln>
            <a:solidFill>
              <a:srgbClr val="14B8A6"/>
            </a:solidFill>
            <a:tailEnd type="triangle"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9" name="文本框 8"/>
          <p:cNvSpPr txBox="1"/>
          <p:nvPr/>
        </p:nvSpPr>
        <p:spPr>
          <a:xfrm>
            <a:off x="4620260" y="5253355"/>
            <a:ext cx="304800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/>
              <a:t>训练目标</a:t>
            </a:r>
            <a:r>
              <a:rPr lang="en-US" altLang="zh-CN"/>
              <a:t>:MAE</a:t>
            </a:r>
            <a:endParaRPr lang="en-US" altLang="zh-CN"/>
          </a:p>
        </p:txBody>
      </p:sp>
      <p:sp>
        <p:nvSpPr>
          <p:cNvPr id="2" name="文本框 1"/>
          <p:cNvSpPr txBox="1"/>
          <p:nvPr/>
        </p:nvSpPr>
        <p:spPr>
          <a:xfrm>
            <a:off x="4620895" y="5733098"/>
            <a:ext cx="5080000" cy="337185"/>
          </a:xfrm>
          <a:prstGeom prst="rect">
            <a:avLst/>
          </a:prstGeom>
        </p:spPr>
        <p:txBody>
          <a:bodyPr>
            <a:spAutoFit/>
          </a:bodyPr>
          <a:p>
            <a:r>
              <a:rPr lang="zh-CN" altLang="en-US" sz="1600"/>
              <a:t>输入</a:t>
            </a:r>
            <a:r>
              <a:rPr lang="zh-CN" sz="1600">
                <a:ea typeface="宋体" panose="02010600030101010101" pitchFamily="2" charset="-122"/>
              </a:rPr>
              <a:t>进行了归一化</a:t>
            </a:r>
            <a:endParaRPr lang="zh-CN" sz="1600">
              <a:ea typeface="宋体" panose="02010600030101010101" pitchFamily="2" charset="-122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6" name="文本框 5"/>
          <p:cNvSpPr>
            <a:spLocks noGrp="1"/>
          </p:cNvSpPr>
          <p:nvPr/>
        </p:nvSpPr>
        <p:spPr>
          <a:xfrm>
            <a:off x="275590" y="226695"/>
            <a:ext cx="8522970" cy="5835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3200" b="1">
                <a:latin typeface="Times New Roman" panose="02020603050405020304"/>
                <a:ea typeface="Times New Roman" panose="02020603050405020304"/>
                <a:cs typeface="Times New Roman" panose="02020603050405020304"/>
              </a:rPr>
              <a:t>Trail</a:t>
            </a:r>
            <a:endParaRPr lang="en-US" altLang="zh-CN" sz="3200" b="1">
              <a:latin typeface="Times New Roman" panose="02020603050405020304"/>
              <a:ea typeface="Times New Roman" panose="02020603050405020304"/>
              <a:cs typeface="Times New Roman" panose="02020603050405020304"/>
            </a:endParaRPr>
          </a:p>
        </p:txBody>
      </p:sp>
      <p:pic>
        <p:nvPicPr>
          <p:cNvPr id="10" name="grasp_video">
            <a:hlinkClick r:id="" action="ppaction://media"/>
          </p:cNvPr>
          <p:cNvPicPr/>
          <p:nvPr>
            <a:videoFile r:link="rId1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3"/>
          <a:stretch>
            <a:fillRect/>
          </a:stretch>
        </p:blipFill>
        <p:spPr>
          <a:xfrm>
            <a:off x="2197100" y="2560320"/>
            <a:ext cx="4876800" cy="365760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video fullScrn="0">
              <p:cMediaNode>
                <p:cTn id="2" fill="hold" display="1">
                  <p:stCondLst>
                    <p:cond delay="indefinite"/>
                  </p:stCondLst>
                </p:cTn>
                <p:tgtEl>
                  <p:spTgt spid="10"/>
                </p:tgtEl>
              </p:cMediaNode>
            </p:video>
            <p:seq concurrent="1" nextAc="seek">
              <p:cTn id="3" restart="whenNotActive" fill="hold" evtFilter="cancelBubble" nodeType="interactiveSeq">
                <p:stCondLst>
                  <p:cond evt="onClick" delay="0">
                    <p:tgtEl>
                      <p:spTgt spid="10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4" fill="hold">
                      <p:stCondLst>
                        <p:cond delay="0"/>
                      </p:stCondLst>
                      <p:childTnLst>
                        <p:par>
                          <p:cTn id="5" fill="hold">
                            <p:stCondLst>
                              <p:cond delay="0"/>
                            </p:stCondLst>
                            <p:childTnLst>
                              <p:par>
                                <p:cTn id="6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 additive="base">
                                        <p:cTn id="7" dur="1" fill="hold"/>
                                        <p:tgtEl>
                                          <p:spTgt spid="10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0"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6" name="文本框 5"/>
          <p:cNvSpPr>
            <a:spLocks noGrp="1"/>
          </p:cNvSpPr>
          <p:nvPr/>
        </p:nvSpPr>
        <p:spPr>
          <a:xfrm>
            <a:off x="275590" y="226695"/>
            <a:ext cx="8522970" cy="5835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3200" b="1">
                <a:latin typeface="Times New Roman" panose="02020603050405020304"/>
                <a:ea typeface="Times New Roman" panose="02020603050405020304"/>
                <a:cs typeface="Times New Roman" panose="02020603050405020304"/>
                <a:sym typeface="+mn-ea"/>
              </a:rPr>
              <a:t>Offline Validation</a:t>
            </a:r>
            <a:endParaRPr lang="en-US" altLang="zh-CN" sz="3200" b="1">
              <a:latin typeface="Times New Roman" panose="02020603050405020304"/>
              <a:ea typeface="Times New Roman" panose="02020603050405020304"/>
              <a:cs typeface="Times New Roman" panose="02020603050405020304"/>
            </a:endParaRPr>
          </a:p>
        </p:txBody>
      </p:sp>
      <p:pic>
        <p:nvPicPr>
          <p:cNvPr id="2" name="图片 1" descr="validation_metrics_chart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1306195"/>
            <a:ext cx="9144000" cy="4244975"/>
          </a:xfrm>
          <a:prstGeom prst="rect">
            <a:avLst/>
          </a:prstGeom>
        </p:spPr>
      </p:pic>
      <p:pic>
        <p:nvPicPr>
          <p:cNvPr id="3" name="图片 2" descr="validation_model_comparison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799590"/>
            <a:ext cx="9144000" cy="3429000"/>
          </a:xfrm>
          <a:prstGeom prst="rect">
            <a:avLst/>
          </a:prstGeom>
        </p:spPr>
      </p:pic>
      <p:pic>
        <p:nvPicPr>
          <p:cNvPr id="4" name="图片 3" descr="validation_phase_errors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3129915" y="3514090"/>
            <a:ext cx="7315200" cy="502920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6" name="文本框 5"/>
          <p:cNvSpPr>
            <a:spLocks noGrp="1"/>
          </p:cNvSpPr>
          <p:nvPr/>
        </p:nvSpPr>
        <p:spPr>
          <a:xfrm>
            <a:off x="275590" y="226695"/>
            <a:ext cx="8522970" cy="5835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3200" b="1">
                <a:latin typeface="Times New Roman" panose="02020603050405020304"/>
                <a:ea typeface="Times New Roman" panose="02020603050405020304"/>
                <a:cs typeface="Times New Roman" panose="02020603050405020304"/>
                <a:sym typeface="+mn-ea"/>
              </a:rPr>
              <a:t>Real-Time Experiment</a:t>
            </a:r>
            <a:endParaRPr lang="en-US" altLang="zh-CN" sz="3200" b="1">
              <a:latin typeface="Times New Roman" panose="02020603050405020304"/>
              <a:ea typeface="Times New Roman" panose="02020603050405020304"/>
              <a:cs typeface="Times New Roman" panose="02020603050405020304"/>
            </a:endParaRPr>
          </a:p>
        </p:txBody>
      </p:sp>
      <p:pic>
        <p:nvPicPr>
          <p:cNvPr id="5" name="图片 4" descr="02_trial_metrics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3529330"/>
            <a:ext cx="9144000" cy="304800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6" name="文本框 5"/>
          <p:cNvSpPr>
            <a:spLocks noGrp="1"/>
          </p:cNvSpPr>
          <p:nvPr/>
        </p:nvSpPr>
        <p:spPr>
          <a:xfrm>
            <a:off x="275590" y="226695"/>
            <a:ext cx="8522970" cy="5835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3200" b="1">
                <a:latin typeface="Times New Roman" panose="02020603050405020304"/>
                <a:ea typeface="Times New Roman" panose="02020603050405020304"/>
                <a:cs typeface="Times New Roman" panose="02020603050405020304"/>
                <a:sym typeface="+mn-ea"/>
              </a:rPr>
              <a:t>Real-Time Experiment</a:t>
            </a:r>
            <a:endParaRPr lang="en-US" altLang="zh-CN" sz="3200" b="1">
              <a:latin typeface="Times New Roman" panose="02020603050405020304"/>
              <a:ea typeface="Times New Roman" panose="02020603050405020304"/>
              <a:cs typeface="Times New Roman" panose="02020603050405020304"/>
            </a:endParaRPr>
          </a:p>
        </p:txBody>
      </p:sp>
      <p:pic>
        <p:nvPicPr>
          <p:cNvPr id="2" name="图片 1" descr="03_phase_errors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0" y="1774190"/>
            <a:ext cx="7315200" cy="502920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CPS">
      <a:majorFont>
        <a:latin typeface="Times New Roman"/>
        <a:ea typeface="ＭＳ Ｐゴシック"/>
        <a:cs typeface=""/>
      </a:majorFont>
      <a:minorFont>
        <a:latin typeface="Times New Roman"/>
        <a:ea typeface="ＭＳ Ｐゴシック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noFill/>
        <a:ln>
          <a:solidFill>
            <a:schemeClr val="tx1">
              <a:lumMod val="85000"/>
              <a:lumOff val="15000"/>
            </a:schemeClr>
          </a:solidFill>
          <a:tailEnd type="oval"/>
        </a:ln>
      </a:spPr>
      <a:bodyPr rtlCol="0" anchor="ctr"/>
      <a:lstStyle>
        <a:defPPr algn="ctr">
          <a:defRPr lang="zh-CN" altLang="en-US"/>
        </a:defPPr>
      </a:lstStyle>
      <a:style>
        <a:lnRef idx="2">
          <a:schemeClr val="accent1">
            <a:lumMod val="75000"/>
          </a:schemeClr>
        </a:lnRef>
        <a:fillRef idx="1">
          <a:schemeClr val="accent1"/>
        </a:fillRef>
        <a:effectRef idx="0">
          <a:srgbClr val="FFFFFF"/>
        </a:effectRef>
        <a:fontRef idx="minor">
          <a:schemeClr val="lt1"/>
        </a:fontRef>
      </a:style>
    </a:spDef>
    <a:lnDef>
      <a:spPr>
        <a:ln w="12700">
          <a:solidFill>
            <a:schemeClr val="tx1">
              <a:lumMod val="95000"/>
              <a:lumOff val="5000"/>
            </a:schemeClr>
          </a:solidFill>
          <a:prstDash val="dash"/>
        </a:ln>
      </a:spPr>
      <a:bodyPr/>
      <a:lstStyle/>
      <a:style>
        <a:lnRef idx="0">
          <a:schemeClr val="accent1"/>
        </a:lnRef>
        <a:fillRef idx="0">
          <a:srgbClr val="FFFFFF"/>
        </a:fillRef>
        <a:effectRef idx="0">
          <a:srgbClr val="FFFFFF"/>
        </a:effectRef>
        <a:fontRef idx="minor">
          <a:schemeClr val="tx1"/>
        </a:fontRef>
      </a:style>
    </a:lnDef>
  </a:objectDefaul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CPS">
      <a:majorFont>
        <a:latin typeface="Times New Roman"/>
        <a:ea typeface="ＭＳ Ｐゴシック"/>
        <a:cs typeface=""/>
      </a:majorFont>
      <a:minorFont>
        <a:latin typeface="Times New Roman"/>
        <a:ea typeface="ＭＳ Ｐゴシック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483</Words>
  <Application>WPS 演示</Application>
  <PresentationFormat>Converted Presentation</PresentationFormat>
  <Paragraphs>55</Paragraphs>
  <Slides>8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9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8</vt:i4>
      </vt:variant>
    </vt:vector>
  </HeadingPairs>
  <TitlesOfParts>
    <vt:vector size="18" baseType="lpstr">
      <vt:lpstr>Arial</vt:lpstr>
      <vt:lpstr>宋体</vt:lpstr>
      <vt:lpstr>Wingdings</vt:lpstr>
      <vt:lpstr>Arial</vt:lpstr>
      <vt:lpstr>Times New Roman</vt:lpstr>
      <vt:lpstr>Times New Roman</vt:lpstr>
      <vt:lpstr>微软雅黑</vt:lpstr>
      <vt:lpstr>Arial Unicode MS</vt:lpstr>
      <vt:lpstr>MS PGothic</vt:lpstr>
      <vt:lpstr>Office テーマ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down down down down down</cp:lastModifiedBy>
  <cp:revision>37</cp:revision>
  <dcterms:created xsi:type="dcterms:W3CDTF">2026-09-29T07:20:00Z</dcterms:created>
  <dcterms:modified xsi:type="dcterms:W3CDTF">2026-10-18T16:04:56Z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2052-12.1.0.28505</vt:lpwstr>
  </property>
  <property fmtid="{D5CDD505-2E9C-101B-9397-08002B2CF9AE}" pid="3" name="ICV">
    <vt:lpwstr>FB3ACDAA4AF54148BE5074B4117C330D_12</vt:lpwstr>
  </property>
</Properties>
</file>