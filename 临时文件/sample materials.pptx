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61" r:id="rId6"/>
    <p:sldId id="262" r:id="rId7"/>
    <p:sldId id="259" r:id="rId8"/>
    <p:sldId id="260" r:id="rId10"/>
    <p:sldId id="263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  <a:srgbClr val="09CDA6"/>
    <a:srgbClr val="07977D"/>
    <a:srgbClr val="340000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6"/>
    <p:restoredTop sz="94628"/>
  </p:normalViewPr>
  <p:slideViewPr>
    <p:cSldViewPr snapToGrid="0">
      <p:cViewPr varScale="1">
        <p:scale>
          <a:sx n="110" d="100"/>
          <a:sy n="110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srvmshr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54" name="Shape 4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5" name="Google Shape;4855;g878bb028e8_885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6" name="Google Shape;4856;g878bb028e8_885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Created by @srvmshr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Sourav @ yahoo.com</a:t>
            </a: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86" name="Shape 5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7" name="Google Shape;5187;g78327f1586_217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8" name="Google Shape;5188;g78327f1586_217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@srvmshr</a:t>
            </a:r>
            <a:endParaRPr lang="en-GB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sourav@yahoo.com</a:t>
            </a: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291E6-B9C3-104C-94A4-940744509B4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2CB28-B11E-CC49-97DC-E780A2D429E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9114" y="835161"/>
            <a:ext cx="4493772" cy="5607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591" y="670925"/>
            <a:ext cx="7772400" cy="5829300"/>
          </a:xfrm>
          <a:prstGeom prst="rect">
            <a:avLst/>
          </a:prstGeom>
        </p:spPr>
      </p:pic>
      <p:pic>
        <p:nvPicPr>
          <p:cNvPr id="3" name="図 2" descr="velocity_detrend_medium_trial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674" y="2221783"/>
            <a:ext cx="3761956" cy="3075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905" y="916759"/>
            <a:ext cx="6163733" cy="4622800"/>
          </a:xfrm>
          <a:prstGeom prst="rect">
            <a:avLst/>
          </a:prstGeom>
        </p:spPr>
      </p:pic>
      <p:pic>
        <p:nvPicPr>
          <p:cNvPr id="5" name="図 4" descr="surface_3d_medium_trial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956" y="1245334"/>
            <a:ext cx="4958773" cy="39670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>
            <a:off x="1155065" y="1918335"/>
            <a:ext cx="1868170" cy="1159510"/>
            <a:chOff x="4230" y="2456"/>
            <a:chExt cx="2942" cy="1826"/>
          </a:xfrm>
        </p:grpSpPr>
        <p:sp>
          <p:nvSpPr>
            <p:cNvPr id="7" name="Google Shape;4859;p44"/>
            <p:cNvSpPr/>
            <p:nvPr/>
          </p:nvSpPr>
          <p:spPr>
            <a:xfrm>
              <a:off x="4230" y="2456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1" name="直接箭头连接符 10"/>
            <p:cNvCxnSpPr>
              <a:stCxn id="7" idx="4"/>
            </p:cNvCxnSpPr>
            <p:nvPr/>
          </p:nvCxnSpPr>
          <p:spPr>
            <a:xfrm flipV="1">
              <a:off x="6265" y="3436"/>
              <a:ext cx="90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998855" y="2769235"/>
            <a:ext cx="1906905" cy="1159510"/>
            <a:chOff x="3630" y="4675"/>
            <a:chExt cx="3003" cy="1826"/>
          </a:xfrm>
        </p:grpSpPr>
        <p:sp>
          <p:nvSpPr>
            <p:cNvPr id="10" name="Google Shape;4859;p44"/>
            <p:cNvSpPr/>
            <p:nvPr/>
          </p:nvSpPr>
          <p:spPr>
            <a:xfrm>
              <a:off x="3630" y="4675"/>
              <a:ext cx="2107" cy="1826"/>
            </a:xfrm>
            <a:prstGeom prst="cube">
              <a:avLst>
                <a:gd name="adj" fmla="val 8683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V="1">
              <a:off x="5669" y="5734"/>
              <a:ext cx="964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3140710" y="2180590"/>
            <a:ext cx="2215515" cy="1678940"/>
            <a:chOff x="4753" y="3707"/>
            <a:chExt cx="2440" cy="1961"/>
          </a:xfrm>
        </p:grpSpPr>
        <p:sp>
          <p:nvSpPr>
            <p:cNvPr id="5342" name="Google Shape;5342;p51"/>
            <p:cNvSpPr/>
            <p:nvPr/>
          </p:nvSpPr>
          <p:spPr>
            <a:xfrm>
              <a:off x="4761" y="370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3" name="Google Shape;5343;p51"/>
            <p:cNvSpPr/>
            <p:nvPr/>
          </p:nvSpPr>
          <p:spPr>
            <a:xfrm>
              <a:off x="4753" y="4964"/>
              <a:ext cx="712" cy="705"/>
            </a:xfrm>
            <a:prstGeom prst="cube">
              <a:avLst>
                <a:gd name="adj" fmla="val 66940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4" name="Google Shape;5344;p51"/>
            <p:cNvSpPr/>
            <p:nvPr/>
          </p:nvSpPr>
          <p:spPr>
            <a:xfrm>
              <a:off x="6481" y="4135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4E95D9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5" name="Google Shape;5345;p51"/>
            <p:cNvSpPr/>
            <p:nvPr/>
          </p:nvSpPr>
          <p:spPr>
            <a:xfrm>
              <a:off x="5984" y="4637"/>
              <a:ext cx="712" cy="705"/>
            </a:xfrm>
            <a:prstGeom prst="cube">
              <a:avLst>
                <a:gd name="adj" fmla="val 66940"/>
              </a:avLst>
            </a:prstGeom>
            <a:solidFill>
              <a:srgbClr val="FF0E0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5358" name="Google Shape;5358;p51"/>
            <p:cNvCxnSpPr>
              <a:stCxn id="5342" idx="5"/>
              <a:endCxn id="5344" idx="0"/>
            </p:cNvCxnSpPr>
            <p:nvPr/>
          </p:nvCxnSpPr>
          <p:spPr>
            <a:xfrm>
              <a:off x="5473" y="3824"/>
              <a:ext cx="1600" cy="311"/>
            </a:xfrm>
            <a:prstGeom prst="curved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9" name="Google Shape;5359;p51"/>
            <p:cNvCxnSpPr>
              <a:stCxn id="5343" idx="4"/>
              <a:endCxn id="5345" idx="3"/>
            </p:cNvCxnSpPr>
            <p:nvPr/>
          </p:nvCxnSpPr>
          <p:spPr>
            <a:xfrm rot="10800000" flipH="1">
              <a:off x="4994" y="5342"/>
              <a:ext cx="1111" cy="210"/>
            </a:xfrm>
            <a:prstGeom prst="curvedConnector2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" name="文本框 22"/>
          <p:cNvSpPr txBox="1"/>
          <p:nvPr/>
        </p:nvSpPr>
        <p:spPr>
          <a:xfrm>
            <a:off x="2740660" y="1715770"/>
            <a:ext cx="3075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Regression Model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4976495" y="3193415"/>
            <a:ext cx="684000" cy="7620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955040" y="3522980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Acceleration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08710" y="2084070"/>
            <a:ext cx="1338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 Size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5731510" y="2669540"/>
            <a:ext cx="1423670" cy="853440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10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726690" y="2513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516bf0ee-1a1a-49d2-9415-d861b53d52b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445" y="3665220"/>
            <a:ext cx="6924675" cy="3192780"/>
          </a:xfrm>
          <a:prstGeom prst="rect">
            <a:avLst/>
          </a:prstGeom>
        </p:spPr>
      </p:pic>
      <p:pic>
        <p:nvPicPr>
          <p:cNvPr id="5" name="图片 4" descr="mg8cv-0yrwd-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25" y="645160"/>
            <a:ext cx="7616190" cy="2783840"/>
          </a:xfrm>
          <a:prstGeom prst="rect">
            <a:avLst/>
          </a:prstGeom>
        </p:spPr>
      </p:pic>
      <p:sp>
        <p:nvSpPr>
          <p:cNvPr id="6" name="上箭头 5"/>
          <p:cNvSpPr/>
          <p:nvPr/>
        </p:nvSpPr>
        <p:spPr>
          <a:xfrm rot="10800000">
            <a:off x="4453890" y="3317875"/>
            <a:ext cx="283210" cy="708025"/>
          </a:xfrm>
          <a:prstGeom prst="upArrow">
            <a:avLst>
              <a:gd name="adj1" fmla="val 35483"/>
              <a:gd name="adj2" fmla="val 58243"/>
            </a:avLst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57" name="Shape 4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9" name="Google Shape;4859;p44"/>
          <p:cNvSpPr/>
          <p:nvPr/>
        </p:nvSpPr>
        <p:spPr>
          <a:xfrm>
            <a:off x="1454150" y="632460"/>
            <a:ext cx="1337945" cy="1159510"/>
          </a:xfrm>
          <a:prstGeom prst="cube">
            <a:avLst>
              <a:gd name="adj" fmla="val 8683"/>
            </a:avLst>
          </a:prstGeom>
          <a:solidFill>
            <a:srgbClr val="C9DAF8">
              <a:alpha val="39660"/>
            </a:srgbClr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60" name="Google Shape;4860;p44"/>
          <p:cNvSpPr/>
          <p:nvPr/>
        </p:nvSpPr>
        <p:spPr>
          <a:xfrm>
            <a:off x="9461500" y="6061075"/>
            <a:ext cx="607695" cy="1407160"/>
          </a:xfrm>
          <a:prstGeom prst="cube">
            <a:avLst>
              <a:gd name="adj" fmla="val 43894"/>
            </a:avLst>
          </a:prstGeom>
          <a:solidFill>
            <a:schemeClr val="accent6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61" name="Google Shape;4861;p44"/>
          <p:cNvSpPr/>
          <p:nvPr/>
        </p:nvSpPr>
        <p:spPr>
          <a:xfrm>
            <a:off x="11421745" y="4822825"/>
            <a:ext cx="767715" cy="647700"/>
          </a:xfrm>
          <a:prstGeom prst="cube">
            <a:avLst>
              <a:gd name="adj" fmla="val 42152"/>
            </a:avLst>
          </a:prstGeom>
          <a:solidFill>
            <a:srgbClr val="0097A7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62" name="Google Shape;4862;p44"/>
          <p:cNvSpPr/>
          <p:nvPr/>
        </p:nvSpPr>
        <p:spPr>
          <a:xfrm>
            <a:off x="7355840" y="4148455"/>
            <a:ext cx="2313940" cy="1884680"/>
          </a:xfrm>
          <a:prstGeom prst="cube">
            <a:avLst>
              <a:gd name="adj" fmla="val 18252"/>
            </a:avLst>
          </a:prstGeom>
          <a:solidFill>
            <a:srgbClr val="FF0000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FFFF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63" name="Google Shape;4863;p44"/>
          <p:cNvSpPr/>
          <p:nvPr/>
        </p:nvSpPr>
        <p:spPr>
          <a:xfrm>
            <a:off x="8006080" y="3201035"/>
            <a:ext cx="1338580" cy="1807210"/>
          </a:xfrm>
          <a:prstGeom prst="cube">
            <a:avLst>
              <a:gd name="adj" fmla="val 18252"/>
            </a:avLst>
          </a:prstGeom>
          <a:solidFill>
            <a:srgbClr val="C9DAF8">
              <a:alpha val="39660"/>
            </a:srgbClr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64" name="Google Shape;4864;p44"/>
          <p:cNvSpPr txBox="1"/>
          <p:nvPr/>
        </p:nvSpPr>
        <p:spPr>
          <a:xfrm>
            <a:off x="5345430" y="5247640"/>
            <a:ext cx="1083310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NxNx192</a:t>
            </a:r>
            <a:endParaRPr sz="133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65" name="Google Shape;4865;p44"/>
          <p:cNvSpPr txBox="1"/>
          <p:nvPr/>
        </p:nvSpPr>
        <p:spPr>
          <a:xfrm>
            <a:off x="10183495" y="6263640"/>
            <a:ext cx="76771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NxNx64</a:t>
            </a:r>
            <a:endParaRPr sz="133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66" name="Google Shape;4866;p44"/>
          <p:cNvSpPr txBox="1"/>
          <p:nvPr/>
        </p:nvSpPr>
        <p:spPr>
          <a:xfrm>
            <a:off x="10636250" y="5852160"/>
            <a:ext cx="76771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NxNx32</a:t>
            </a:r>
            <a:endParaRPr sz="133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67" name="Google Shape;4867;p44"/>
          <p:cNvSpPr txBox="1"/>
          <p:nvPr/>
        </p:nvSpPr>
        <p:spPr>
          <a:xfrm>
            <a:off x="11151870" y="5158740"/>
            <a:ext cx="83375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NxNx128</a:t>
            </a:r>
            <a:endParaRPr sz="133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68" name="Google Shape;4868;p44"/>
          <p:cNvSpPr txBox="1"/>
          <p:nvPr/>
        </p:nvSpPr>
        <p:spPr>
          <a:xfrm>
            <a:off x="11985625" y="4081145"/>
            <a:ext cx="83375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NxNx192</a:t>
            </a:r>
            <a:endParaRPr sz="1335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4869" name="Google Shape;4869;p44"/>
          <p:cNvCxnSpPr>
            <a:endCxn id="4863" idx="2"/>
          </p:cNvCxnSpPr>
          <p:nvPr/>
        </p:nvCxnSpPr>
        <p:spPr>
          <a:xfrm>
            <a:off x="5843905" y="2551430"/>
            <a:ext cx="2162175" cy="16751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870" name="Google Shape;4870;p44"/>
          <p:cNvCxnSpPr/>
          <p:nvPr/>
        </p:nvCxnSpPr>
        <p:spPr>
          <a:xfrm>
            <a:off x="6907530" y="3953510"/>
            <a:ext cx="2521585" cy="4235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871" name="Google Shape;4871;p44"/>
          <p:cNvCxnSpPr/>
          <p:nvPr/>
        </p:nvCxnSpPr>
        <p:spPr>
          <a:xfrm rot="10800000" flipH="1">
            <a:off x="6907530" y="3689350"/>
            <a:ext cx="3103880" cy="2476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872" name="Google Shape;4872;p44"/>
          <p:cNvCxnSpPr/>
          <p:nvPr/>
        </p:nvCxnSpPr>
        <p:spPr>
          <a:xfrm rot="10800000" flipH="1">
            <a:off x="6913880" y="2721610"/>
            <a:ext cx="3904615" cy="1231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873" name="Google Shape;4873;p44"/>
          <p:cNvSpPr txBox="1"/>
          <p:nvPr/>
        </p:nvSpPr>
        <p:spPr>
          <a:xfrm>
            <a:off x="7238365" y="4777105"/>
            <a:ext cx="76771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1x1 Same</a:t>
            </a:r>
            <a:endParaRPr sz="1200" i="1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74" name="Google Shape;4874;p44"/>
          <p:cNvSpPr txBox="1"/>
          <p:nvPr/>
        </p:nvSpPr>
        <p:spPr>
          <a:xfrm>
            <a:off x="7783830" y="4209415"/>
            <a:ext cx="76771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3x3 Same</a:t>
            </a:r>
            <a:endParaRPr sz="1200" i="1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75" name="Google Shape;4875;p44"/>
          <p:cNvSpPr txBox="1"/>
          <p:nvPr/>
        </p:nvSpPr>
        <p:spPr>
          <a:xfrm>
            <a:off x="8660765" y="3809365"/>
            <a:ext cx="76771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5x5 Same</a:t>
            </a:r>
            <a:endParaRPr sz="1200" i="1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76" name="Google Shape;4876;p44"/>
          <p:cNvSpPr txBox="1"/>
          <p:nvPr/>
        </p:nvSpPr>
        <p:spPr>
          <a:xfrm>
            <a:off x="8693785" y="2753995"/>
            <a:ext cx="767715" cy="3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MaxPool Same s=1</a:t>
            </a:r>
            <a:endParaRPr sz="1200" i="1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77" name="Google Shape;4877;p44"/>
          <p:cNvSpPr txBox="1"/>
          <p:nvPr/>
        </p:nvSpPr>
        <p:spPr>
          <a:xfrm>
            <a:off x="5345220" y="2636680"/>
            <a:ext cx="1039200" cy="4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 b="1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Inception Module</a:t>
            </a:r>
            <a:endParaRPr sz="1335" b="1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4878" name="Google Shape;4878;p44"/>
          <p:cNvSpPr/>
          <p:nvPr/>
        </p:nvSpPr>
        <p:spPr>
          <a:xfrm>
            <a:off x="3653790" y="1057275"/>
            <a:ext cx="2314575" cy="1941195"/>
          </a:xfrm>
          <a:prstGeom prst="cube">
            <a:avLst>
              <a:gd name="adj" fmla="val 29604"/>
            </a:avLst>
          </a:prstGeom>
          <a:solidFill>
            <a:schemeClr val="accent6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" name="图片 4" descr="有了这个模板，我的神经网络图不得直接起飞_5_得所愿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90" y="128270"/>
            <a:ext cx="10577830" cy="6628765"/>
          </a:xfrm>
          <a:prstGeom prst="rect">
            <a:avLst/>
          </a:prstGeom>
        </p:spPr>
      </p:pic>
      <p:sp>
        <p:nvSpPr>
          <p:cNvPr id="2" name="Google Shape;4859;p44"/>
          <p:cNvSpPr/>
          <p:nvPr/>
        </p:nvSpPr>
        <p:spPr>
          <a:xfrm>
            <a:off x="1073150" y="2041525"/>
            <a:ext cx="1337945" cy="1159510"/>
          </a:xfrm>
          <a:prstGeom prst="cube">
            <a:avLst>
              <a:gd name="adj" fmla="val 8683"/>
            </a:avLst>
          </a:prstGeom>
          <a:solidFill>
            <a:srgbClr val="C9DAF8">
              <a:alpha val="39660"/>
            </a:srgbClr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" name="直接箭头连接符 2"/>
          <p:cNvCxnSpPr>
            <a:stCxn id="4859" idx="4"/>
          </p:cNvCxnSpPr>
          <p:nvPr/>
        </p:nvCxnSpPr>
        <p:spPr>
          <a:xfrm flipV="1">
            <a:off x="2691130" y="1254760"/>
            <a:ext cx="1161415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2314575" y="2713990"/>
            <a:ext cx="1161415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89" name="Shape 5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0" name="Google Shape;5190;p49"/>
          <p:cNvSpPr/>
          <p:nvPr/>
        </p:nvSpPr>
        <p:spPr>
          <a:xfrm>
            <a:off x="2714633" y="432267"/>
            <a:ext cx="673600" cy="698000"/>
          </a:xfrm>
          <a:prstGeom prst="ellipse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91" name="Google Shape;5191;p49"/>
          <p:cNvSpPr/>
          <p:nvPr/>
        </p:nvSpPr>
        <p:spPr>
          <a:xfrm>
            <a:off x="2714633" y="1946367"/>
            <a:ext cx="673600" cy="698000"/>
          </a:xfrm>
          <a:prstGeom prst="ellipse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92" name="Google Shape;5192;p49"/>
          <p:cNvSpPr/>
          <p:nvPr/>
        </p:nvSpPr>
        <p:spPr>
          <a:xfrm>
            <a:off x="2714633" y="3131600"/>
            <a:ext cx="673600" cy="698000"/>
          </a:xfrm>
          <a:prstGeom prst="ellipse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93" name="Google Shape;5193;p49"/>
          <p:cNvSpPr/>
          <p:nvPr/>
        </p:nvSpPr>
        <p:spPr>
          <a:xfrm>
            <a:off x="4866867" y="1576933"/>
            <a:ext cx="673600" cy="698000"/>
          </a:xfrm>
          <a:prstGeom prst="ellipse">
            <a:avLst/>
          </a:prstGeom>
          <a:solidFill>
            <a:srgbClr val="76A5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5194" name="Google Shape;5194;p49"/>
          <p:cNvCxnSpPr>
            <a:stCxn id="5190" idx="6"/>
            <a:endCxn id="5193" idx="2"/>
          </p:cNvCxnSpPr>
          <p:nvPr/>
        </p:nvCxnSpPr>
        <p:spPr>
          <a:xfrm>
            <a:off x="3388233" y="781267"/>
            <a:ext cx="1478800" cy="114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5" name="Google Shape;5195;p49"/>
          <p:cNvCxnSpPr>
            <a:stCxn id="5191" idx="6"/>
            <a:endCxn id="5193" idx="2"/>
          </p:cNvCxnSpPr>
          <p:nvPr/>
        </p:nvCxnSpPr>
        <p:spPr>
          <a:xfrm rot="10800000" flipH="1">
            <a:off x="3388233" y="1925767"/>
            <a:ext cx="1478800" cy="36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6" name="Google Shape;5196;p49"/>
          <p:cNvCxnSpPr>
            <a:stCxn id="5192" idx="6"/>
            <a:endCxn id="5193" idx="2"/>
          </p:cNvCxnSpPr>
          <p:nvPr/>
        </p:nvCxnSpPr>
        <p:spPr>
          <a:xfrm rot="10800000" flipH="1">
            <a:off x="3388233" y="1925800"/>
            <a:ext cx="1478800" cy="155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7" name="Google Shape;5197;p49"/>
          <p:cNvSpPr txBox="1"/>
          <p:nvPr/>
        </p:nvSpPr>
        <p:spPr>
          <a:xfrm>
            <a:off x="557300" y="444267"/>
            <a:ext cx="10228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Size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198" name="Google Shape;5198;p49"/>
          <p:cNvSpPr txBox="1"/>
          <p:nvPr/>
        </p:nvSpPr>
        <p:spPr>
          <a:xfrm>
            <a:off x="557300" y="1150667"/>
            <a:ext cx="10228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#bed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199" name="Google Shape;5199;p49"/>
          <p:cNvSpPr txBox="1"/>
          <p:nvPr/>
        </p:nvSpPr>
        <p:spPr>
          <a:xfrm>
            <a:off x="557300" y="2197933"/>
            <a:ext cx="10228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ZIP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200" name="Google Shape;5200;p49"/>
          <p:cNvSpPr txBox="1"/>
          <p:nvPr/>
        </p:nvSpPr>
        <p:spPr>
          <a:xfrm>
            <a:off x="557300" y="3245200"/>
            <a:ext cx="10228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Wealth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5201" name="Google Shape;5201;p49"/>
          <p:cNvCxnSpPr>
            <a:stCxn id="5197" idx="3"/>
            <a:endCxn id="5190" idx="2"/>
          </p:cNvCxnSpPr>
          <p:nvPr/>
        </p:nvCxnSpPr>
        <p:spPr>
          <a:xfrm>
            <a:off x="1580100" y="679667"/>
            <a:ext cx="1134400" cy="10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2" name="Google Shape;5202;p49"/>
          <p:cNvCxnSpPr>
            <a:stCxn id="5198" idx="3"/>
            <a:endCxn id="5190" idx="2"/>
          </p:cNvCxnSpPr>
          <p:nvPr/>
        </p:nvCxnSpPr>
        <p:spPr>
          <a:xfrm rot="10800000" flipH="1">
            <a:off x="1580100" y="781267"/>
            <a:ext cx="1134400" cy="6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3" name="Google Shape;5203;p49"/>
          <p:cNvCxnSpPr>
            <a:stCxn id="5199" idx="3"/>
            <a:endCxn id="5191" idx="2"/>
          </p:cNvCxnSpPr>
          <p:nvPr/>
        </p:nvCxnSpPr>
        <p:spPr>
          <a:xfrm rot="10800000" flipH="1">
            <a:off x="1580100" y="2295333"/>
            <a:ext cx="1134400" cy="13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4" name="Google Shape;5204;p49"/>
          <p:cNvCxnSpPr>
            <a:stCxn id="5200" idx="3"/>
            <a:endCxn id="5192" idx="2"/>
          </p:cNvCxnSpPr>
          <p:nvPr/>
        </p:nvCxnSpPr>
        <p:spPr>
          <a:xfrm>
            <a:off x="1580100" y="3480600"/>
            <a:ext cx="113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5" name="Google Shape;5205;p49"/>
          <p:cNvCxnSpPr>
            <a:stCxn id="5199" idx="3"/>
            <a:endCxn id="5192" idx="2"/>
          </p:cNvCxnSpPr>
          <p:nvPr/>
        </p:nvCxnSpPr>
        <p:spPr>
          <a:xfrm>
            <a:off x="1580100" y="2433333"/>
            <a:ext cx="1134400" cy="104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06" name="Google Shape;5206;p49"/>
          <p:cNvSpPr txBox="1"/>
          <p:nvPr/>
        </p:nvSpPr>
        <p:spPr>
          <a:xfrm>
            <a:off x="4002033" y="740567"/>
            <a:ext cx="1022800" cy="4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 i="1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Family?</a:t>
            </a:r>
            <a:endParaRPr sz="1465" i="1">
              <a:solidFill>
                <a:srgbClr val="FF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207" name="Google Shape;5207;p49"/>
          <p:cNvSpPr txBox="1"/>
          <p:nvPr/>
        </p:nvSpPr>
        <p:spPr>
          <a:xfrm>
            <a:off x="3504800" y="1678533"/>
            <a:ext cx="762400" cy="4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 i="1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Walk?</a:t>
            </a:r>
            <a:endParaRPr sz="1465" i="1">
              <a:solidFill>
                <a:srgbClr val="FF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208" name="Google Shape;5208;p49"/>
          <p:cNvSpPr txBox="1"/>
          <p:nvPr/>
        </p:nvSpPr>
        <p:spPr>
          <a:xfrm>
            <a:off x="3813200" y="2904267"/>
            <a:ext cx="908000" cy="4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 i="1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School</a:t>
            </a:r>
            <a:endParaRPr sz="1465" i="1">
              <a:solidFill>
                <a:srgbClr val="FF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5209" name="Google Shape;5209;p49"/>
          <p:cNvCxnSpPr/>
          <p:nvPr/>
        </p:nvCxnSpPr>
        <p:spPr>
          <a:xfrm>
            <a:off x="5540467" y="1908133"/>
            <a:ext cx="535600" cy="1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0" name="Google Shape;5210;p49"/>
          <p:cNvSpPr txBox="1"/>
          <p:nvPr/>
        </p:nvSpPr>
        <p:spPr>
          <a:xfrm>
            <a:off x="6075533" y="1690533"/>
            <a:ext cx="1022800" cy="4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PRICE ŷ</a:t>
            </a:r>
            <a:endParaRPr sz="1465">
              <a:solidFill>
                <a:srgbClr val="FF000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211" name="Google Shape;5211;p49"/>
          <p:cNvSpPr/>
          <p:nvPr/>
        </p:nvSpPr>
        <p:spPr>
          <a:xfrm>
            <a:off x="9382467" y="734667"/>
            <a:ext cx="673600" cy="698000"/>
          </a:xfrm>
          <a:prstGeom prst="ellipse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12" name="Google Shape;5212;p49"/>
          <p:cNvSpPr txBox="1"/>
          <p:nvPr/>
        </p:nvSpPr>
        <p:spPr>
          <a:xfrm>
            <a:off x="7985667" y="848267"/>
            <a:ext cx="7624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213" name="Google Shape;5213;p49"/>
          <p:cNvSpPr txBox="1"/>
          <p:nvPr/>
        </p:nvSpPr>
        <p:spPr>
          <a:xfrm>
            <a:off x="10546067" y="848267"/>
            <a:ext cx="7624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Y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5214" name="Google Shape;5214;p49"/>
          <p:cNvCxnSpPr>
            <a:stCxn id="5212" idx="3"/>
            <a:endCxn id="5211" idx="2"/>
          </p:cNvCxnSpPr>
          <p:nvPr/>
        </p:nvCxnSpPr>
        <p:spPr>
          <a:xfrm>
            <a:off x="8748067" y="1083667"/>
            <a:ext cx="63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15" name="Google Shape;5215;p49"/>
          <p:cNvCxnSpPr>
            <a:stCxn id="5211" idx="6"/>
            <a:endCxn id="5213" idx="1"/>
          </p:cNvCxnSpPr>
          <p:nvPr/>
        </p:nvCxnSpPr>
        <p:spPr>
          <a:xfrm>
            <a:off x="10056067" y="1083667"/>
            <a:ext cx="49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6" name="Google Shape;5216;p49"/>
          <p:cNvSpPr/>
          <p:nvPr/>
        </p:nvSpPr>
        <p:spPr>
          <a:xfrm>
            <a:off x="2028367" y="5066533"/>
            <a:ext cx="673600" cy="698000"/>
          </a:xfrm>
          <a:prstGeom prst="ellipse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17" name="Google Shape;5217;p49"/>
          <p:cNvSpPr txBox="1"/>
          <p:nvPr/>
        </p:nvSpPr>
        <p:spPr>
          <a:xfrm>
            <a:off x="631567" y="5180133"/>
            <a:ext cx="7624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X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218" name="Google Shape;5218;p49"/>
          <p:cNvSpPr txBox="1"/>
          <p:nvPr/>
        </p:nvSpPr>
        <p:spPr>
          <a:xfrm>
            <a:off x="3395167" y="4570533"/>
            <a:ext cx="9852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Ŷ</a:t>
            </a: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= 0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5219" name="Google Shape;5219;p49"/>
          <p:cNvCxnSpPr>
            <a:stCxn id="5217" idx="3"/>
            <a:endCxn id="5216" idx="2"/>
          </p:cNvCxnSpPr>
          <p:nvPr/>
        </p:nvCxnSpPr>
        <p:spPr>
          <a:xfrm>
            <a:off x="1393967" y="5415533"/>
            <a:ext cx="63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0" name="Google Shape;5220;p49"/>
          <p:cNvCxnSpPr>
            <a:stCxn id="5216" idx="6"/>
            <a:endCxn id="5218" idx="1"/>
          </p:cNvCxnSpPr>
          <p:nvPr/>
        </p:nvCxnSpPr>
        <p:spPr>
          <a:xfrm rot="10800000" flipH="1">
            <a:off x="2701967" y="4805933"/>
            <a:ext cx="693200" cy="60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1" name="Google Shape;5221;p49"/>
          <p:cNvCxnSpPr>
            <a:stCxn id="5216" idx="6"/>
          </p:cNvCxnSpPr>
          <p:nvPr/>
        </p:nvCxnSpPr>
        <p:spPr>
          <a:xfrm>
            <a:off x="2701967" y="5415533"/>
            <a:ext cx="693200" cy="54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22" name="Google Shape;5222;p49"/>
          <p:cNvSpPr txBox="1"/>
          <p:nvPr/>
        </p:nvSpPr>
        <p:spPr>
          <a:xfrm>
            <a:off x="3395167" y="5723733"/>
            <a:ext cx="985200" cy="4708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65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Ŷ</a:t>
            </a:r>
            <a:r>
              <a:rPr lang="en-GB" sz="1600"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= 1</a:t>
            </a:r>
            <a:endParaRPr sz="1600"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5223" name="Google Shape;5223;p49"/>
          <p:cNvSpPr txBox="1"/>
          <p:nvPr/>
        </p:nvSpPr>
        <p:spPr>
          <a:xfrm>
            <a:off x="7235973" y="4739027"/>
            <a:ext cx="19492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How does NN work (Insprired from Coursera)</a:t>
            </a:r>
            <a:endParaRPr lang="en-GB" sz="2400"/>
          </a:p>
        </p:txBody>
      </p:sp>
      <p:sp>
        <p:nvSpPr>
          <p:cNvPr id="5224" name="Google Shape;5224;p49"/>
          <p:cNvSpPr txBox="1"/>
          <p:nvPr/>
        </p:nvSpPr>
        <p:spPr>
          <a:xfrm>
            <a:off x="4536167" y="5585600"/>
            <a:ext cx="19492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Logistic Regression</a:t>
            </a:r>
            <a:endParaRPr lang="en-GB" sz="2400"/>
          </a:p>
        </p:txBody>
      </p:sp>
      <p:sp>
        <p:nvSpPr>
          <p:cNvPr id="5225" name="Google Shape;5225;p49"/>
          <p:cNvSpPr txBox="1"/>
          <p:nvPr/>
        </p:nvSpPr>
        <p:spPr>
          <a:xfrm>
            <a:off x="8678433" y="1772167"/>
            <a:ext cx="19492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Basic Neuron Model</a:t>
            </a:r>
            <a:endParaRPr lang="en-GB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 descr="b36903c16bb3d12c2681465de45173d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30" y="0"/>
            <a:ext cx="8156575" cy="685800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6677025" y="3044190"/>
            <a:ext cx="1405890" cy="1064895"/>
          </a:xfrm>
          <a:prstGeom prst="rightArrow">
            <a:avLst>
              <a:gd name="adj1" fmla="val 36442"/>
              <a:gd name="adj2" fmla="val 5670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220c604a1875acfc0f5e462453d682a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405" y="0"/>
            <a:ext cx="32194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0E2841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WPS 演示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Consolas</vt:lpstr>
      <vt:lpstr>微软雅黑</vt:lpstr>
      <vt:lpstr>Arial Unicode MS</vt:lpstr>
      <vt:lpstr>Yu Gothic Light</vt:lpstr>
      <vt:lpstr>Yu Gothic</vt:lpstr>
      <vt:lpstr>等线</vt:lpstr>
      <vt:lpstr>Calibri</vt:lpstr>
      <vt:lpstr>等线 Light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福田　修</dc:creator>
  <cp:lastModifiedBy>down down down down down</cp:lastModifiedBy>
  <cp:revision>12</cp:revision>
  <dcterms:created xsi:type="dcterms:W3CDTF">2026-09-03T12:20:00Z</dcterms:created>
  <dcterms:modified xsi:type="dcterms:W3CDTF">2026-09-23T15:07:10Z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A3C808721F1147F5800B15E736F11D51_12</vt:lpwstr>
  </property>
</Properties>
</file>