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62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15" y="2268220"/>
            <a:ext cx="5463540" cy="392938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1.Time-independent relationship between digits closure velocity and hand transport acceleration during reach-to-grasp movements</a:t>
            </a:r>
            <a:endParaRPr lang="en-US" altLang="zh-CN" sz="20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75590" y="1143000"/>
            <a:ext cx="8295640" cy="3796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>
                <a:ea typeface="宋体" panose="02010600030101010101" pitchFamily="2" charset="-122"/>
              </a:rPr>
              <a:t>IMU measures acceleration, and the CyberGlove measures finger closing velocity.</a:t>
            </a:r>
            <a:br>
              <a:rPr lang="zh-CN" altLang="en-US">
                <a:ea typeface="宋体" panose="02010600030101010101" pitchFamily="2" charset="-122"/>
              </a:rPr>
            </a:br>
            <a:br>
              <a:rPr lang="zh-CN" altLang="en-US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The study further classified the grasping movements into three different grasp types.</a:t>
            </a:r>
            <a:br>
              <a:rPr lang="zh-CN" altLang="en-US">
                <a:ea typeface="宋体" panose="02010600030101010101" pitchFamily="2" charset="-122"/>
              </a:rPr>
            </a:b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Offline validation using R² and RMSE.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75590" y="882015"/>
            <a:ext cx="8295640" cy="5372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0" y="1050290"/>
            <a:ext cx="7579360" cy="54692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WPS 演示</Application>
  <PresentationFormat>Converted Presentation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MS PGothic</vt:lpstr>
      <vt:lpstr>Times New Roman</vt:lpstr>
      <vt:lpstr>Office テーマ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2</cp:revision>
  <dcterms:created xsi:type="dcterms:W3CDTF">2026-09-29T07:20:00Z</dcterms:created>
  <dcterms:modified xsi:type="dcterms:W3CDTF">2026-09-30T16:57:32Z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FB3ACDAA4AF54148BE5074B4117C330D_12</vt:lpwstr>
  </property>
</Properties>
</file>