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75" r:id="rId5"/>
    <p:sldId id="271" r:id="rId6"/>
    <p:sldId id="272" r:id="rId7"/>
    <p:sldId id="273" r:id="rId8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75590" y="1195705"/>
            <a:ext cx="8793480" cy="1834515"/>
            <a:chOff x="434" y="1883"/>
            <a:chExt cx="13848" cy="2889"/>
          </a:xfrm>
        </p:grpSpPr>
        <p:sp>
          <p:nvSpPr>
            <p:cNvPr id="18" name="文本框 17"/>
            <p:cNvSpPr txBox="1"/>
            <p:nvPr/>
          </p:nvSpPr>
          <p:spPr>
            <a:xfrm>
              <a:off x="434" y="1883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Model</a:t>
              </a:r>
              <a:endParaRPr lang="en-US" altLang="zh-CN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34" y="2955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Area only</a:t>
              </a:r>
              <a:endParaRPr lang="en-US" altLang="zh-CN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34" y="4192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Area + Acceleration</a:t>
              </a:r>
              <a:endParaRPr lang="en-US" altLang="zh-CN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638" y="1884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Mean RMSE</a:t>
              </a:r>
              <a:endParaRPr lang="en-US" altLang="zh-CN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705" y="1884"/>
              <a:ext cx="5577" cy="58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/>
                <a:t>Mean R² ± Standard Deviation</a:t>
              </a:r>
              <a:endParaRPr lang="en-US" altLang="zh-CN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638" y="2955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45.12px</a:t>
              </a:r>
              <a:endParaRPr lang="en-US" altLang="zh-CN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638" y="4192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21.77px</a:t>
              </a:r>
              <a:endParaRPr lang="en-US" altLang="zh-CN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705" y="2955"/>
              <a:ext cx="48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0.647 ± 0.069</a:t>
              </a:r>
              <a:endParaRPr lang="en-US" altLang="zh-CN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705" y="4192"/>
              <a:ext cx="5577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/>
                <a:t>0.917 ± 0.040</a:t>
              </a:r>
              <a:endParaRPr lang="en-US" altLang="zh-CN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 descr="TRIAL_Size_4cm_20261010_1639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TRIAL_Size_4cm_20261010_1640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TRIAL_Size_4cm_20261010_164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图片 2" descr="TRIAL_Size_4cm_20261010_1638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WPS 演示</Application>
  <PresentationFormat>Converted Presentation</PresentationFormat>
  <Paragraphs>28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MS PGothic</vt:lpstr>
      <vt:lpstr>Times New Roman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6</cp:revision>
  <dcterms:created xsi:type="dcterms:W3CDTF">2026-09-29T07:20:00Z</dcterms:created>
  <dcterms:modified xsi:type="dcterms:W3CDTF">2026-10-10T10:27:54Z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