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8" r:id="rId3"/>
    <p:sldId id="296" r:id="rId5"/>
    <p:sldId id="294" r:id="rId6"/>
    <p:sldId id="297" r:id="rId7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</a:rPr>
              <a:t>Experiment with participants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5590" y="862965"/>
            <a:ext cx="7577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Participant 1's data show greater variability.</a:t>
            </a:r>
            <a:endParaRPr lang="en-US" altLang="zh-CN" sz="2000"/>
          </a:p>
        </p:txBody>
      </p:sp>
      <p:pic>
        <p:nvPicPr>
          <p:cNvPr id="11" name="图片 10" descr="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8600" y="1450340"/>
            <a:ext cx="3651250" cy="4881880"/>
          </a:xfrm>
          <a:prstGeom prst="rect">
            <a:avLst/>
          </a:prstGeom>
        </p:spPr>
      </p:pic>
      <p:pic>
        <p:nvPicPr>
          <p:cNvPr id="12" name="图片 11" descr="overl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" y="1450340"/>
            <a:ext cx="3653155" cy="48812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75590" y="6331585"/>
            <a:ext cx="3653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Participant 1's data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5306695" y="6332220"/>
            <a:ext cx="36531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My data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</a:rPr>
              <a:t>Experiment with participants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5590" y="862965"/>
            <a:ext cx="75774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The results were not satisfactory.</a:t>
            </a:r>
            <a:endParaRPr lang="en-US" altLang="zh-CN" sz="2000"/>
          </a:p>
        </p:txBody>
      </p:sp>
      <p:pic>
        <p:nvPicPr>
          <p:cNvPr id="2" name="图片 1" descr="test_mode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69160"/>
            <a:ext cx="4237355" cy="4089400"/>
          </a:xfrm>
          <a:prstGeom prst="rect">
            <a:avLst/>
          </a:prstGeom>
        </p:spPr>
      </p:pic>
      <p:pic>
        <p:nvPicPr>
          <p:cNvPr id="3" name="图片 2" descr="overall_model_compari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85" y="2169795"/>
            <a:ext cx="4237990" cy="40887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7020" y="6257925"/>
            <a:ext cx="4110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Participant 1's Result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4871085" y="6258560"/>
            <a:ext cx="41109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My Result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</a:rPr>
              <a:t>Improving the Loss Function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5" name="图片 4" descr="temporal_loss_overal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110" y="2239645"/>
            <a:ext cx="7568565" cy="45421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75590" y="1056640"/>
            <a:ext cx="80454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Temporal loss was added to the loss function to enhance the model's ability to learn temporal dynamics.</a:t>
            </a:r>
            <a:endParaRPr lang="en-US" altLang="zh-CN"/>
          </a:p>
          <a:p>
            <a:r>
              <a:rPr lang="en-US" altLang="zh-CN"/>
              <a:t>But, no improvement in performance.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Improving the </a:t>
            </a:r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5590" y="1056640"/>
            <a:ext cx="8522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Use a more powerful model to capture complex variations in acceleration.</a:t>
            </a:r>
            <a:br>
              <a:rPr lang="zh-CN" altLang="en-US">
                <a:ea typeface="SimSun" panose="02010600030101010101" pitchFamily="2" charset="-122"/>
              </a:rPr>
            </a:br>
            <a:r>
              <a:rPr lang="en-US" altLang="zh-CN">
                <a:sym typeface="+mn-ea"/>
              </a:rPr>
              <a:t>But, no improvement in performance.</a:t>
            </a:r>
            <a:endParaRPr lang="zh-CN" altLang="en-US">
              <a:ea typeface="SimSun" panose="02010600030101010101" pitchFamily="2" charset="-122"/>
            </a:endParaRPr>
          </a:p>
        </p:txBody>
      </p:sp>
      <p:pic>
        <p:nvPicPr>
          <p:cNvPr id="2" name="图片 1" descr="mlp_cnn_overall_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" y="2467610"/>
            <a:ext cx="6918960" cy="4151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>
          <a:solidFill>
            <a:schemeClr val="tx1">
              <a:lumMod val="95000"/>
              <a:lumOff val="5000"/>
            </a:schemeClr>
          </a:solidFill>
          <a:prstDash val="dash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WPS 演示</Application>
  <PresentationFormat>Converted Presentation</PresentationFormat>
  <Paragraphs>25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MS PGothic</vt:lpstr>
      <vt:lpstr>Times New Roman</vt:lpstr>
      <vt:lpstr>Office テーマ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33</cp:revision>
  <dcterms:created xsi:type="dcterms:W3CDTF">2026-09-29T07:20:00Z</dcterms:created>
  <dcterms:modified xsi:type="dcterms:W3CDTF">2026-10-16T08:46:21Z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