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p:sp>
        <p:nvSpPr>
          <p:cNvPr id="2" name="タイトル 1"/>
          <p:cNvSpPr>
            <a:spLocks noGrp="1"/>
          </p:cNvSpPr>
          <p:nvPr>
            <p:ph type="ctrTitle"/>
          </p:nvPr>
        </p:nvSpPr>
        <p:spPr>
          <a:xfrm>
            <a:off x="1143000" y="1122363"/>
            <a:ext cx="6858000" cy="2387600"/>
          </a:xfrm>
        </p:spPr>
        <p:txBody>
          <a:bodyPr anchor="b"/>
          <a:lstStyle>
            <a:lvl1pPr algn="ctr">
              <a:buNone/>
              <a:defRPr sz="4500"/>
            </a:lvl1pPr>
          </a:lstStyle>
          <a:p>
            <a:r>
              <a:t>マスター タイトルの書式設定</a:t>
            </a:r>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マスター サブタイトルの書式設定</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p:sp>
        <p:nvSpPr>
          <p:cNvPr id="2" name="タイトル 1"/>
          <p:cNvSpPr>
            <a:spLocks noGrp="1"/>
          </p:cNvSpPr>
          <p:nvPr>
            <p:ph type="title"/>
          </p:nvPr>
        </p:nvSpPr>
        <p:spPr/>
        <p:txBody>
          <a:bodyPr/>
          <a:lstStyle/>
          <a:p>
            <a:r>
              <a:t>マスター タイトルの書式設定</a:t>
            </a:r>
          </a:p>
        </p:txBody>
      </p:sp>
      <p:sp>
        <p:nvSpPr>
          <p:cNvPr id="3" name="コンテンツ プレースホルダー 2"/>
          <p:cNvSpPr>
            <a:spLocks noGrp="1"/>
          </p:cNvSpPr>
          <p:nvPr>
            <p:ph idx="1"/>
          </p:nvPr>
        </p:nvSpPr>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p:sp>
        <p:nvSpPr>
          <p:cNvPr id="2" name="タイトル 1"/>
          <p:cNvSpPr>
            <a:spLocks noGrp="1"/>
          </p:cNvSpPr>
          <p:nvPr>
            <p:ph type="title"/>
          </p:nvPr>
        </p:nvSpPr>
        <p:spPr>
          <a:xfrm>
            <a:off x="623888" y="1709739"/>
            <a:ext cx="7886700" cy="2852737"/>
          </a:xfrm>
        </p:spPr>
        <p:txBody>
          <a:bodyPr anchor="b"/>
          <a:lstStyle>
            <a:lvl1pPr>
              <a:buNone/>
              <a:defRPr sz="4500"/>
            </a:lvl1pPr>
          </a:lstStyle>
          <a:p>
            <a:r>
              <a:t>マスター タイトルの書式設定</a:t>
            </a:r>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buNone/>
            </a:pPr>
            <a:r>
              <a:t>マスター テキストの書式設定</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p:sp>
        <p:nvSpPr>
          <p:cNvPr id="2" name="タイトル 1"/>
          <p:cNvSpPr>
            <a:spLocks noGrp="1"/>
          </p:cNvSpPr>
          <p:nvPr>
            <p:ph type="title"/>
          </p:nvPr>
        </p:nvSpPr>
        <p:spPr/>
        <p:txBody>
          <a:bodyPr/>
          <a:lstStyle/>
          <a:p>
            <a:r>
              <a:t>マスター タイトルの書式設定</a:t>
            </a:r>
          </a:p>
        </p:txBody>
      </p:sp>
      <p:sp>
        <p:nvSpPr>
          <p:cNvPr id="3" name="コンテンツ プレースホルダー 2"/>
          <p:cNvSpPr>
            <a:spLocks noGrp="1"/>
          </p:cNvSpPr>
          <p:nvPr>
            <p:ph idx="1"/>
          </p:nvPr>
        </p:nvSpPr>
        <p:spPr>
          <a:xfrm>
            <a:off x="628650" y="1825625"/>
            <a:ext cx="3886200" cy="435133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コンテンツ プレースホルダー 3"/>
          <p:cNvSpPr>
            <a:spLocks noGrp="1"/>
          </p:cNvSpPr>
          <p:nvPr>
            <p:ph idx="2"/>
          </p:nvPr>
        </p:nvSpPr>
        <p:spPr>
          <a:xfrm>
            <a:off x="4629150" y="1825625"/>
            <a:ext cx="3886200" cy="435133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5" name="日付プレースホルダー 4"/>
          <p:cNvSpPr>
            <a:spLocks noGrp="1"/>
          </p:cNvSpPr>
          <p:nvPr>
            <p:ph type="dt" idx="10"/>
          </p:nvPr>
        </p:nvSpPr>
        <p:spPr/>
        <p:txBody>
          <a:bodyPr/>
          <a:lstStyle/>
          <a:p/>
        </p:txBody>
      </p:sp>
      <p:sp>
        <p:nvSpPr>
          <p:cNvPr id="6" name="フッター プレースホルダー 5"/>
          <p:cNvSpPr>
            <a:spLocks noGrp="1"/>
          </p:cNvSpPr>
          <p:nvPr>
            <p:ph type="ftr" idx="11"/>
          </p:nvPr>
        </p:nvSpPr>
        <p:spPr/>
        <p:txBody>
          <a:bodyPr/>
          <a:lstStyle/>
          <a:p/>
        </p:txBody>
      </p:sp>
      <p:sp>
        <p:nvSpPr>
          <p:cNvPr id="7" name="スライド番号プレースホルダー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p:sp>
        <p:nvSpPr>
          <p:cNvPr id="2" name="タイトル 1"/>
          <p:cNvSpPr>
            <a:spLocks noGrp="1"/>
          </p:cNvSpPr>
          <p:nvPr>
            <p:ph type="title"/>
          </p:nvPr>
        </p:nvSpPr>
        <p:spPr>
          <a:xfrm>
            <a:off x="629841" y="365126"/>
            <a:ext cx="7886700" cy="1325563"/>
          </a:xfrm>
        </p:spPr>
        <p:txBody>
          <a:bodyPr/>
          <a:lstStyle/>
          <a:p>
            <a:r>
              <a:t>マスター タイトルの書式設定</a:t>
            </a:r>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マスター テキストの書式設定</a:t>
            </a:r>
          </a:p>
        </p:txBody>
      </p:sp>
      <p:sp>
        <p:nvSpPr>
          <p:cNvPr id="4" name="コンテンツ プレースホルダー 3"/>
          <p:cNvSpPr>
            <a:spLocks noGrp="1"/>
          </p:cNvSpPr>
          <p:nvPr>
            <p:ph idx="2"/>
          </p:nvPr>
        </p:nvSpPr>
        <p:spPr>
          <a:xfrm>
            <a:off x="629842" y="2505075"/>
            <a:ext cx="3868340" cy="368458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5" name="テキスト プレースホルダー 4"/>
          <p:cNvSpPr>
            <a:spLocks noGrp="1"/>
          </p:cNvSpPr>
          <p:nvPr>
            <p:ph type="body"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マスター テキストの書式設定</a:t>
            </a:r>
          </a:p>
        </p:txBody>
      </p:sp>
      <p:sp>
        <p:nvSpPr>
          <p:cNvPr id="6" name="コンテンツ プレースホルダー 5"/>
          <p:cNvSpPr>
            <a:spLocks noGrp="1"/>
          </p:cNvSpPr>
          <p:nvPr>
            <p:ph idx="4"/>
          </p:nvPr>
        </p:nvSpPr>
        <p:spPr>
          <a:xfrm>
            <a:off x="4629150" y="2505075"/>
            <a:ext cx="3887391" cy="368458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7" name="日付プレースホルダー 6"/>
          <p:cNvSpPr>
            <a:spLocks noGrp="1"/>
          </p:cNvSpPr>
          <p:nvPr>
            <p:ph type="dt" idx="10"/>
          </p:nvPr>
        </p:nvSpPr>
        <p:spPr/>
        <p:txBody>
          <a:bodyPr/>
          <a:lstStyle/>
          <a:p/>
        </p:txBody>
      </p:sp>
      <p:sp>
        <p:nvSpPr>
          <p:cNvPr id="8" name="フッター プレースホルダー 7"/>
          <p:cNvSpPr>
            <a:spLocks noGrp="1"/>
          </p:cNvSpPr>
          <p:nvPr>
            <p:ph type="ftr" idx="11"/>
          </p:nvPr>
        </p:nvSpPr>
        <p:spPr/>
        <p:txBody>
          <a:bodyPr/>
          <a:lstStyle/>
          <a:p/>
        </p:txBody>
      </p:sp>
      <p:sp>
        <p:nvSpPr>
          <p:cNvPr id="9" name="スライド番号プレースホルダー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p:sp>
        <p:nvSpPr>
          <p:cNvPr id="2" name="タイトル 1"/>
          <p:cNvSpPr>
            <a:spLocks noGrp="1"/>
          </p:cNvSpPr>
          <p:nvPr>
            <p:ph type="title"/>
          </p:nvPr>
        </p:nvSpPr>
        <p:spPr>
          <a:xfrm>
            <a:off x="205954" y="94797"/>
            <a:ext cx="7886700" cy="488889"/>
          </a:xfrm>
        </p:spPr>
        <p:txBody>
          <a:bodyPr>
            <a:normAutofit/>
          </a:bodyPr>
          <a:lstStyle>
            <a:lvl1pPr>
              <a:buNone/>
              <a:defRPr sz="2800"/>
            </a:lvl1pPr>
          </a:lstStyle>
          <a:p>
            <a:r>
              <a:t>マスター タイトルの書式設定</a:t>
            </a:r>
          </a:p>
        </p:txBody>
      </p:sp>
      <p:sp>
        <p:nvSpPr>
          <p:cNvPr id="3" name="日付プレースホルダー 2"/>
          <p:cNvSpPr>
            <a:spLocks noGrp="1"/>
          </p:cNvSpPr>
          <p:nvPr>
            <p:ph type="dt" idx="10"/>
          </p:nvPr>
        </p:nvSpPr>
        <p:spPr/>
        <p:txBody>
          <a:bodyPr/>
          <a:lstStyle/>
          <a:p/>
        </p:txBody>
      </p:sp>
      <p:sp>
        <p:nvSpPr>
          <p:cNvPr id="4" name="フッター プレースホルダー 3"/>
          <p:cNvSpPr>
            <a:spLocks noGrp="1"/>
          </p:cNvSpPr>
          <p:nvPr>
            <p:ph type="ftr" idx="11"/>
          </p:nvPr>
        </p:nvSpPr>
        <p:spPr/>
        <p:txBody>
          <a:bodyPr/>
          <a:lstStyle/>
          <a:p/>
        </p:txBody>
      </p:sp>
      <p:sp>
        <p:nvSpPr>
          <p:cNvPr id="7" name="直線コネクタ 6"/>
          <p:cNvSpPr>
            <a:spLocks noGrp="1"/>
          </p:cNvSpPr>
          <p:nvPr/>
        </p:nv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5" name="スライド番号プレースホルダー 4"/>
          <p:cNvSpPr>
            <a:spLocks noGrp="1"/>
          </p:cNvSpPr>
          <p:nvPr>
            <p:ph type="sldNum" idx="12"/>
          </p:nvPr>
        </p:nvSpPr>
        <p:spPr>
          <a:xfrm>
            <a:off x="7063954" y="6574305"/>
            <a:ext cx="2057400" cy="365125"/>
          </a:xfrm>
        </p:spPr>
        <p:txBody>
          <a:bodyPr/>
          <a:lstStyle>
            <a:lvl1pPr>
              <a:buNone/>
              <a:defRPr sz="1400">
                <a:solidFill>
                  <a:schemeClr val="accent1">
                    <a:lumMod val="75000"/>
                  </a:schemeClr>
                </a:solidFill>
              </a:defRPr>
            </a:lvl1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p:sp>
        <p:nvSpPr>
          <p:cNvPr id="2" name="日付プレースホルダー 1"/>
          <p:cNvSpPr>
            <a:spLocks noGrp="1"/>
          </p:cNvSpPr>
          <p:nvPr>
            <p:ph type="dt" idx="10"/>
          </p:nvPr>
        </p:nvSpPr>
        <p:spPr/>
        <p:txBody>
          <a:bodyPr/>
          <a:lstStyle/>
          <a:p/>
        </p:txBody>
      </p:sp>
      <p:sp>
        <p:nvSpPr>
          <p:cNvPr id="3" name="フッター プレースホルダー 2"/>
          <p:cNvSpPr>
            <a:spLocks noGrp="1"/>
          </p:cNvSpPr>
          <p:nvPr>
            <p:ph type="ftr" idx="11"/>
          </p:nvPr>
        </p:nvSpPr>
        <p:spPr/>
        <p:txBody>
          <a:bodyPr/>
          <a:lstStyle/>
          <a:p/>
        </p:txBody>
      </p:sp>
      <p:sp>
        <p:nvSpPr>
          <p:cNvPr id="4" name="スライド番号プレースホルダー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p:sp>
        <p:nvSpPr>
          <p:cNvPr id="2" name="タイトル 1"/>
          <p:cNvSpPr>
            <a:spLocks noGrp="1"/>
          </p:cNvSpPr>
          <p:nvPr>
            <p:ph type="title"/>
          </p:nvPr>
        </p:nvSpPr>
        <p:spPr>
          <a:xfrm>
            <a:off x="629841" y="457200"/>
            <a:ext cx="2949178" cy="1600200"/>
          </a:xfrm>
        </p:spPr>
        <p:txBody>
          <a:bodyPr anchor="b"/>
          <a:lstStyle>
            <a:lvl1pPr>
              <a:buNone/>
              <a:defRPr sz="2400"/>
            </a:lvl1pPr>
          </a:lstStyle>
          <a:p>
            <a:r>
              <a:t>マスター タイトルの書式設定</a:t>
            </a:r>
          </a:p>
        </p:txBody>
      </p:sp>
      <p:sp>
        <p:nvSpPr>
          <p:cNvPr id="3" name="コンテンツ プレースホルダー 2"/>
          <p:cNvSpPr>
            <a:spLocks noGrp="1"/>
          </p:cNvSpPr>
          <p:nvPr>
            <p:ph idx="1"/>
          </p:nvPr>
        </p:nvSpPr>
        <p:spPr>
          <a:xfrm>
            <a:off x="3887391" y="987426"/>
            <a:ext cx="4629150" cy="487362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テキスト プレースホルダー 3"/>
          <p:cNvSpPr>
            <a:spLocks noGrp="1"/>
          </p:cNvSpPr>
          <p:nvPr>
            <p:ph type="body"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マスター テキストの書式設定</a:t>
            </a:r>
          </a:p>
        </p:txBody>
      </p:sp>
      <p:sp>
        <p:nvSpPr>
          <p:cNvPr id="5" name="日付プレースホルダー 4"/>
          <p:cNvSpPr>
            <a:spLocks noGrp="1"/>
          </p:cNvSpPr>
          <p:nvPr>
            <p:ph type="dt" idx="10"/>
          </p:nvPr>
        </p:nvSpPr>
        <p:spPr/>
        <p:txBody>
          <a:bodyPr/>
          <a:lstStyle/>
          <a:p/>
        </p:txBody>
      </p:sp>
      <p:sp>
        <p:nvSpPr>
          <p:cNvPr id="6" name="フッター プレースホルダー 5"/>
          <p:cNvSpPr>
            <a:spLocks noGrp="1"/>
          </p:cNvSpPr>
          <p:nvPr>
            <p:ph type="ftr" idx="11"/>
          </p:nvPr>
        </p:nvSpPr>
        <p:spPr/>
        <p:txBody>
          <a:bodyPr/>
          <a:lstStyle/>
          <a:p/>
        </p:txBody>
      </p:sp>
      <p:sp>
        <p:nvSpPr>
          <p:cNvPr id="7" name="スライド番号プレースホルダー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p:sp>
        <p:nvSpPr>
          <p:cNvPr id="2" name="タイトル 1"/>
          <p:cNvSpPr>
            <a:spLocks noGrp="1"/>
          </p:cNvSpPr>
          <p:nvPr>
            <p:ph type="title"/>
          </p:nvPr>
        </p:nvSpPr>
        <p:spPr>
          <a:xfrm>
            <a:off x="629841" y="457200"/>
            <a:ext cx="2949178" cy="1600200"/>
          </a:xfrm>
        </p:spPr>
        <p:txBody>
          <a:bodyPr anchor="b"/>
          <a:lstStyle>
            <a:lvl1pPr>
              <a:buNone/>
              <a:defRPr sz="2400"/>
            </a:lvl1pPr>
          </a:lstStyle>
          <a:p>
            <a:r>
              <a:t>マスター タイトルの書式設定</a:t>
            </a:r>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p:txBody>
      </p:sp>
      <p:sp>
        <p:nvSpPr>
          <p:cNvPr id="4" name="テキスト プレースホルダー 3"/>
          <p:cNvSpPr>
            <a:spLocks noGrp="1"/>
          </p:cNvSpPr>
          <p:nvPr>
            <p:ph type="body"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マスター テキストの書式設定</a:t>
            </a:r>
          </a:p>
        </p:txBody>
      </p:sp>
      <p:sp>
        <p:nvSpPr>
          <p:cNvPr id="5" name="日付プレースホルダー 4"/>
          <p:cNvSpPr>
            <a:spLocks noGrp="1"/>
          </p:cNvSpPr>
          <p:nvPr>
            <p:ph type="dt" idx="10"/>
          </p:nvPr>
        </p:nvSpPr>
        <p:spPr/>
        <p:txBody>
          <a:bodyPr/>
          <a:lstStyle/>
          <a:p/>
        </p:txBody>
      </p:sp>
      <p:sp>
        <p:nvSpPr>
          <p:cNvPr id="6" name="フッター プレースホルダー 5"/>
          <p:cNvSpPr>
            <a:spLocks noGrp="1"/>
          </p:cNvSpPr>
          <p:nvPr>
            <p:ph type="ftr" idx="11"/>
          </p:nvPr>
        </p:nvSpPr>
        <p:spPr/>
        <p:txBody>
          <a:bodyPr/>
          <a:lstStyle/>
          <a:p/>
        </p:txBody>
      </p:sp>
      <p:sp>
        <p:nvSpPr>
          <p:cNvPr id="7" name="スライド番号プレースホルダー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p:sp>
        <p:nvSpPr>
          <p:cNvPr id="2" name="タイトル 1"/>
          <p:cNvSpPr>
            <a:spLocks noGrp="1"/>
          </p:cNvSpPr>
          <p:nvPr>
            <p:ph type="title"/>
          </p:nvPr>
        </p:nvSpPr>
        <p:spPr/>
        <p:txBody>
          <a:bodyPr/>
          <a:lstStyle/>
          <a:p>
            <a:r>
              <a:t>マスター タイトルの書式設定</a:t>
            </a:r>
          </a:p>
        </p:txBody>
      </p:sp>
      <p:sp>
        <p:nvSpPr>
          <p:cNvPr id="3" name="縦書きテキスト プレースホルダー 2"/>
          <p:cNvSpPr>
            <a:spLocks noGrp="1"/>
          </p:cNvSpPr>
          <p:nvPr>
            <p:ph type="body" idx="1"/>
          </p:nvPr>
        </p:nvSpPr>
        <p:spPr/>
        <p:txBody>
          <a:bodyPr vert="eaVert"/>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p:sp>
        <p:nvSpPr>
          <p:cNvPr id="2" name="縦書きタイトル 1"/>
          <p:cNvSpPr>
            <a:spLocks noGrp="1"/>
          </p:cNvSpPr>
          <p:nvPr>
            <p:ph type="title"/>
          </p:nvPr>
        </p:nvSpPr>
        <p:spPr>
          <a:xfrm>
            <a:off x="6543675" y="365125"/>
            <a:ext cx="1971675" cy="5811838"/>
          </a:xfrm>
        </p:spPr>
        <p:txBody>
          <a:bodyPr vert="eaVert"/>
          <a:lstStyle/>
          <a:p>
            <a:r>
              <a:t>マスター タイトルの書式設定</a:t>
            </a:r>
          </a:p>
        </p:txBody>
      </p:sp>
      <p:sp>
        <p:nvSpPr>
          <p:cNvPr id="3" name="縦書きテキスト プレースホルダー 2"/>
          <p:cNvSpPr>
            <a:spLocks noGrp="1"/>
          </p:cNvSpPr>
          <p:nvPr>
            <p:ph type="body" idx="1"/>
          </p:nvPr>
        </p:nvSpPr>
        <p:spPr>
          <a:xfrm>
            <a:off x="628650" y="365125"/>
            <a:ext cx="5800725" cy="5811838"/>
          </a:xfrm>
        </p:spPr>
        <p:txBody>
          <a:bodyPr vert="eaVert"/>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anchor="ctr">
            <a:normAutofit/>
          </a:bodyPr>
          <a:lstStyle/>
          <a:p>
            <a:r>
              <a:t>マスター タイトルの書式設定</a:t>
            </a:r>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a:normAutofit/>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2"/>
          </p:nvPr>
        </p:nvSpPr>
        <p:spPr>
          <a:xfrm>
            <a:off x="628650" y="6356351"/>
            <a:ext cx="2057400" cy="365125"/>
          </a:xfrm>
          <a:prstGeom prst="rect">
            <a:avLst/>
          </a:prstGeom>
        </p:spPr>
        <p:txBody>
          <a:bodyPr vert="horz" lIns="91440" tIns="45720" rIns="91440" bIns="45720" anchor="ctr"/>
          <a:lstStyle>
            <a:lvl1pPr algn="l">
              <a:buNone/>
              <a:defRPr sz="900">
                <a:solidFill>
                  <a:schemeClr val="tx1">
                    <a:tint val="82000"/>
                  </a:schemeClr>
                </a:solidFill>
              </a:defRPr>
            </a:lvl1pPr>
          </a:lstStyle>
          <a:p/>
        </p:txBody>
      </p:sp>
      <p:sp>
        <p:nvSpPr>
          <p:cNvPr id="5" name="フッター プレースホルダー 4"/>
          <p:cNvSpPr>
            <a:spLocks noGrp="1"/>
          </p:cNvSpPr>
          <p:nvPr>
            <p:ph type="ftr" idx="3"/>
          </p:nvPr>
        </p:nvSpPr>
        <p:spPr>
          <a:xfrm>
            <a:off x="3028950" y="6356351"/>
            <a:ext cx="3086100" cy="365125"/>
          </a:xfrm>
          <a:prstGeom prst="rect">
            <a:avLst/>
          </a:prstGeom>
        </p:spPr>
        <p:txBody>
          <a:bodyPr vert="horz" lIns="91440" tIns="45720" rIns="91440" bIns="45720" anchor="ctr"/>
          <a:lstStyle>
            <a:lvl1pPr algn="ctr">
              <a:buNone/>
              <a:defRPr sz="900">
                <a:solidFill>
                  <a:schemeClr val="tx1">
                    <a:tint val="82000"/>
                  </a:schemeClr>
                </a:solidFill>
              </a:defRPr>
            </a:lvl1pPr>
          </a:lstStyle>
          <a:p/>
        </p:txBody>
      </p:sp>
      <p:sp>
        <p:nvSpPr>
          <p:cNvPr id="6" name="スライド番号プレースホルダー 5"/>
          <p:cNvSpPr>
            <a:spLocks noGrp="1"/>
          </p:cNvSpPr>
          <p:nvPr>
            <p:ph type="sldNum" idx="4"/>
          </p:nvPr>
        </p:nvSpPr>
        <p:spPr>
          <a:xfrm>
            <a:off x="6457950" y="6356351"/>
            <a:ext cx="2057400" cy="365125"/>
          </a:xfrm>
          <a:prstGeom prst="rect">
            <a:avLst/>
          </a:prstGeom>
        </p:spPr>
        <p:txBody>
          <a:bodyPr vert="horz" lIns="91440" tIns="45720" rIns="91440" bIns="45720" anchor="ctr"/>
          <a:lstStyle>
            <a:lvl1pPr algn="r">
              <a:buNone/>
              <a:defRPr sz="900">
                <a:solidFill>
                  <a:schemeClr val="tx1">
                    <a:tint val="82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a:lnSpc>
          <a:spcPct val="90000"/>
        </a:lnSpc>
        <a:spcBef>
          <a:spcPct val="0"/>
        </a:spcBef>
        <a:buNone/>
        <a:defRPr sz="3300" kern="1200">
          <a:solidFill>
            <a:schemeClr val="tx1"/>
          </a:solidFill>
          <a:latin typeface="+mj-lt"/>
          <a:ea typeface="+mj-lt"/>
          <a:cs typeface="+mj-lt"/>
        </a:defRPr>
      </a:lvl1pPr>
    </p:titleStyle>
    <p:bodyStyle>
      <a:lvl1pPr marL="171450" indent="-171450" algn="l" defTabSz="685800">
        <a:lnSpc>
          <a:spcPct val="90000"/>
        </a:lnSpc>
        <a:spcBef>
          <a:spcPts val="750"/>
        </a:spcBef>
        <a:buFont typeface="Arial" panose="020B0604020202020204"/>
        <a:buChar char="•"/>
        <a:defRPr sz="2100" kern="1200">
          <a:solidFill>
            <a:schemeClr val="tx1"/>
          </a:solidFill>
          <a:latin typeface="+mn-lt"/>
          <a:ea typeface="+mn-lt"/>
          <a:cs typeface="+mn-lt"/>
        </a:defRPr>
      </a:lvl1pPr>
      <a:lvl2pPr marL="514350" indent="-171450" algn="l" defTabSz="685800">
        <a:lnSpc>
          <a:spcPct val="90000"/>
        </a:lnSpc>
        <a:spcBef>
          <a:spcPts val="375"/>
        </a:spcBef>
        <a:buFont typeface="Arial" panose="020B0604020202020204"/>
        <a:buChar char="•"/>
        <a:defRPr sz="1800" kern="1200">
          <a:solidFill>
            <a:schemeClr val="tx1"/>
          </a:solidFill>
          <a:latin typeface="+mn-lt"/>
          <a:ea typeface="+mn-lt"/>
          <a:cs typeface="+mn-lt"/>
        </a:defRPr>
      </a:lvl2pPr>
      <a:lvl3pPr marL="857250" indent="-171450" algn="l" defTabSz="685800">
        <a:lnSpc>
          <a:spcPct val="90000"/>
        </a:lnSpc>
        <a:spcBef>
          <a:spcPts val="375"/>
        </a:spcBef>
        <a:buFont typeface="Arial" panose="020B0604020202020204"/>
        <a:buChar char="•"/>
        <a:defRPr sz="1500" kern="1200">
          <a:solidFill>
            <a:schemeClr val="tx1"/>
          </a:solidFill>
          <a:latin typeface="+mn-lt"/>
          <a:ea typeface="+mn-lt"/>
          <a:cs typeface="+mn-lt"/>
        </a:defRPr>
      </a:lvl3pPr>
      <a:lvl4pPr marL="12001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图片 6"/>
          <p:cNvPicPr>
            <a:picLocks noChangeAspect="1"/>
          </p:cNvPicPr>
          <p:nvPr/>
        </p:nvPicPr>
        <p:blipFill>
          <a:blip r:embed="rId1"/>
          <a:stretch>
            <a:fillRect/>
          </a:stretch>
        </p:blipFill>
        <p:spPr>
          <a:xfrm>
            <a:off x="0" y="885825"/>
            <a:ext cx="5246370" cy="5321935"/>
          </a:xfrm>
          <a:prstGeom prst="rect">
            <a:avLst/>
          </a:prstGeom>
        </p:spPr>
      </p:pic>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Data Collection</a:t>
            </a:r>
            <a:endParaRPr sz="3200" b="1">
              <a:latin typeface="Times New Roman" panose="02020603050405020304"/>
              <a:ea typeface="Times New Roman" panose="02020603050405020304"/>
              <a:cs typeface="Times New Roman" panose="02020603050405020304"/>
            </a:endParaRPr>
          </a:p>
        </p:txBody>
      </p:sp>
      <p:sp>
        <p:nvSpPr>
          <p:cNvPr id="3" name="文本框 2"/>
          <p:cNvSpPr>
            <a:spLocks noGrp="1"/>
          </p:cNvSpPr>
          <p:nvPr/>
        </p:nvSpPr>
        <p:spPr>
          <a:xfrm>
            <a:off x="4658360" y="635000"/>
            <a:ext cx="4303395" cy="579755"/>
          </a:xfrm>
          <a:prstGeom prst="rect">
            <a:avLst/>
          </a:prstGeom>
          <a:noFill/>
        </p:spPr>
        <p:txBody>
          <a:bodyPr wrap="square" anchor="t">
            <a:noAutofit/>
          </a:bodyPr>
          <a:lstStyle/>
          <a:p>
            <a:r>
              <a:rPr sz="2000"/>
              <a:t>I Optimized the Experimental Workflow</a:t>
            </a:r>
            <a:endParaRPr sz="2000"/>
          </a:p>
        </p:txBody>
      </p:sp>
      <p:sp>
        <p:nvSpPr>
          <p:cNvPr id="4" name="文本框 3"/>
          <p:cNvSpPr>
            <a:spLocks noGrp="1"/>
          </p:cNvSpPr>
          <p:nvPr/>
        </p:nvSpPr>
        <p:spPr>
          <a:xfrm>
            <a:off x="5337810" y="1085215"/>
            <a:ext cx="3806190" cy="992505"/>
          </a:xfrm>
          <a:prstGeom prst="rect">
            <a:avLst/>
          </a:prstGeom>
          <a:noFill/>
        </p:spPr>
        <p:txBody>
          <a:bodyPr wrap="square">
            <a:noAutofit/>
          </a:bodyPr>
          <a:lstStyle/>
          <a:p>
            <a:pPr marL="285750" indent="-285750">
              <a:buFont typeface="Arial" panose="020B0604020202020204" pitchFamily="34" charset="0"/>
              <a:buChar char="•"/>
            </a:pPr>
            <a:r>
              <a:t>Controlled grasping time, </a:t>
            </a:r>
          </a:p>
          <a:p>
            <a:pPr marL="285750" indent="-285750">
              <a:buFont typeface="Arial" panose="020B0604020202020204" pitchFamily="34" charset="0"/>
              <a:buChar char="•"/>
            </a:pPr>
            <a:r>
              <a:t>grasping behavior, </a:t>
            </a:r>
          </a:p>
          <a:p>
            <a:pPr marL="285750" indent="-285750">
              <a:buFont typeface="Arial" panose="020B0604020202020204" pitchFamily="34" charset="0"/>
              <a:buChar char="•"/>
            </a:pPr>
            <a:r>
              <a:t>the timing of opening and closing.</a:t>
            </a:r>
          </a:p>
        </p:txBody>
      </p:sp>
      <p:pic>
        <p:nvPicPr>
          <p:cNvPr id="12" name="图片 4"/>
          <p:cNvPicPr>
            <a:picLocks noChangeAspect="1"/>
          </p:cNvPicPr>
          <p:nvPr/>
        </p:nvPicPr>
        <p:blipFill>
          <a:blip r:embed="rId2"/>
          <a:stretch>
            <a:fillRect/>
          </a:stretch>
        </p:blipFill>
        <p:spPr>
          <a:xfrm>
            <a:off x="4571365" y="4194810"/>
            <a:ext cx="4303395" cy="2421255"/>
          </a:xfrm>
          <a:prstGeom prst="rect">
            <a:avLst/>
          </a:prstGeom>
        </p:spPr>
      </p:pic>
      <p:sp>
        <p:nvSpPr>
          <p:cNvPr id="2" name="文本框 1"/>
          <p:cNvSpPr txBox="1"/>
          <p:nvPr/>
        </p:nvSpPr>
        <p:spPr>
          <a:xfrm>
            <a:off x="5338445" y="2522220"/>
            <a:ext cx="3701415" cy="1095375"/>
          </a:xfrm>
          <a:prstGeom prst="rect">
            <a:avLst/>
          </a:prstGeom>
          <a:noFill/>
        </p:spPr>
        <p:txBody>
          <a:bodyPr wrap="square" rtlCol="0">
            <a:noAutofit/>
          </a:bodyPr>
          <a:p>
            <a:r>
              <a:rPr lang="en-US">
                <a:sym typeface="+mn-ea"/>
              </a:rPr>
              <a:t>#.But t</a:t>
            </a:r>
            <a:r>
              <a:rPr>
                <a:sym typeface="+mn-ea"/>
              </a:rPr>
              <a:t>he recognition algorithm causes fluctuations in the calculated object area and finger width.</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Model and Test Results</a:t>
            </a:r>
            <a:endParaRPr sz="3200" b="1">
              <a:latin typeface="Times New Roman" panose="02020603050405020304"/>
              <a:ea typeface="Times New Roman" panose="02020603050405020304"/>
              <a:cs typeface="Times New Roman" panose="02020603050405020304"/>
            </a:endParaRPr>
          </a:p>
        </p:txBody>
      </p:sp>
      <p:pic>
        <p:nvPicPr>
          <p:cNvPr id="19" name="图片 6"/>
          <p:cNvPicPr>
            <a:picLocks noChangeAspect="1"/>
          </p:cNvPicPr>
          <p:nvPr/>
        </p:nvPicPr>
        <p:blipFill>
          <a:blip r:embed="rId1"/>
          <a:stretch>
            <a:fillRect/>
          </a:stretch>
        </p:blipFill>
        <p:spPr>
          <a:xfrm>
            <a:off x="4706620" y="0"/>
            <a:ext cx="4437380" cy="2218690"/>
          </a:xfrm>
          <a:prstGeom prst="rect">
            <a:avLst/>
          </a:prstGeom>
        </p:spPr>
      </p:pic>
      <p:sp>
        <p:nvSpPr>
          <p:cNvPr id="8" name="文本框 7"/>
          <p:cNvSpPr>
            <a:spLocks noGrp="1"/>
          </p:cNvSpPr>
          <p:nvPr/>
        </p:nvSpPr>
        <p:spPr>
          <a:xfrm>
            <a:off x="275590" y="810260"/>
            <a:ext cx="5143500" cy="398780"/>
          </a:xfrm>
          <a:prstGeom prst="rect">
            <a:avLst/>
          </a:prstGeom>
          <a:noFill/>
        </p:spPr>
        <p:txBody>
          <a:bodyPr wrap="square" anchor="t">
            <a:spAutoFit/>
          </a:bodyPr>
          <a:lstStyle/>
          <a:p>
            <a:r>
              <a:rPr lang="en-US" sz="2000"/>
              <a:t>Model: </a:t>
            </a:r>
            <a:r>
              <a:rPr sz="2000"/>
              <a:t>15-Frame Time-Window MLP</a:t>
            </a:r>
            <a:endParaRPr sz="2000"/>
          </a:p>
        </p:txBody>
      </p:sp>
      <p:pic>
        <p:nvPicPr>
          <p:cNvPr id="21" name="图片 8"/>
          <p:cNvPicPr>
            <a:picLocks noChangeAspect="1"/>
          </p:cNvPicPr>
          <p:nvPr/>
        </p:nvPicPr>
        <p:blipFill>
          <a:blip r:embed="rId2"/>
          <a:stretch>
            <a:fillRect/>
          </a:stretch>
        </p:blipFill>
        <p:spPr>
          <a:xfrm>
            <a:off x="4706620" y="4438015"/>
            <a:ext cx="4436110" cy="2218690"/>
          </a:xfrm>
          <a:prstGeom prst="rect">
            <a:avLst/>
          </a:prstGeom>
        </p:spPr>
      </p:pic>
      <p:pic>
        <p:nvPicPr>
          <p:cNvPr id="22" name="图片 10"/>
          <p:cNvPicPr>
            <a:picLocks noChangeAspect="1"/>
          </p:cNvPicPr>
          <p:nvPr/>
        </p:nvPicPr>
        <p:blipFill>
          <a:blip r:embed="rId3"/>
          <a:stretch>
            <a:fillRect/>
          </a:stretch>
        </p:blipFill>
        <p:spPr>
          <a:xfrm>
            <a:off x="4706620" y="2218690"/>
            <a:ext cx="4437380" cy="2219325"/>
          </a:xfrm>
          <a:prstGeom prst="rect">
            <a:avLst/>
          </a:prstGeom>
        </p:spPr>
      </p:pic>
      <p:pic>
        <p:nvPicPr>
          <p:cNvPr id="23" name="图片 11"/>
          <p:cNvPicPr>
            <a:picLocks noChangeAspect="1"/>
          </p:cNvPicPr>
          <p:nvPr/>
        </p:nvPicPr>
        <p:blipFill>
          <a:blip r:embed="rId4"/>
          <a:stretch>
            <a:fillRect/>
          </a:stretch>
        </p:blipFill>
        <p:spPr>
          <a:xfrm>
            <a:off x="0" y="3882390"/>
            <a:ext cx="4624070" cy="2774315"/>
          </a:xfrm>
          <a:prstGeom prst="rect">
            <a:avLst/>
          </a:prstGeom>
        </p:spPr>
      </p:pic>
      <p:sp>
        <p:nvSpPr>
          <p:cNvPr id="13" name="文本框 12"/>
          <p:cNvSpPr>
            <a:spLocks noGrp="1"/>
          </p:cNvSpPr>
          <p:nvPr/>
        </p:nvSpPr>
        <p:spPr>
          <a:xfrm>
            <a:off x="186690" y="3502025"/>
            <a:ext cx="4437380" cy="368300"/>
          </a:xfrm>
          <a:prstGeom prst="rect">
            <a:avLst/>
          </a:prstGeom>
          <a:noFill/>
        </p:spPr>
        <p:txBody>
          <a:bodyPr wrap="square">
            <a:spAutoFit/>
          </a:bodyPr>
          <a:lstStyle/>
          <a:p>
            <a:r>
              <a:t>Test </a:t>
            </a:r>
            <a:r>
              <a:rPr>
                <a:sym typeface="+mn-ea"/>
              </a:rPr>
              <a:t>dataset</a:t>
            </a:r>
            <a:r>
              <a:t>: 3 Object Sizes, 3 </a:t>
            </a:r>
            <a:r>
              <a:rPr lang="en-US"/>
              <a:t>t</a:t>
            </a:r>
            <a:r>
              <a:t>rials </a:t>
            </a:r>
            <a:r>
              <a:rPr lang="en-US"/>
              <a:t>e</a:t>
            </a:r>
            <a:r>
              <a:t>ach</a:t>
            </a:r>
          </a:p>
        </p:txBody>
      </p:sp>
      <p:sp>
        <p:nvSpPr>
          <p:cNvPr id="5" name="文本框 4"/>
          <p:cNvSpPr txBox="1"/>
          <p:nvPr/>
        </p:nvSpPr>
        <p:spPr>
          <a:xfrm>
            <a:off x="186690" y="3068955"/>
            <a:ext cx="4437380" cy="433705"/>
          </a:xfrm>
          <a:prstGeom prst="rect">
            <a:avLst/>
          </a:prstGeom>
          <a:noFill/>
        </p:spPr>
        <p:txBody>
          <a:bodyPr wrap="square" rtlCol="0">
            <a:noAutofit/>
          </a:bodyPr>
          <a:p>
            <a:r>
              <a:rPr>
                <a:sym typeface="+mn-ea"/>
              </a:rPr>
              <a:t>Training dataset: </a:t>
            </a:r>
            <a:r>
              <a:rPr>
                <a:sym typeface="+mn-ea"/>
              </a:rPr>
              <a:t>3 Object Sizes,</a:t>
            </a:r>
            <a:r>
              <a:rPr lang="en-US">
                <a:sym typeface="+mn-ea"/>
              </a:rPr>
              <a:t> </a:t>
            </a:r>
            <a:r>
              <a:rPr>
                <a:sym typeface="+mn-ea"/>
              </a:rPr>
              <a:t>10 trials </a:t>
            </a:r>
            <a:r>
              <a:rPr lang="en-US">
                <a:sym typeface="+mn-ea"/>
              </a:rPr>
              <a:t>e</a:t>
            </a:r>
            <a:r>
              <a:rPr>
                <a:sym typeface="+mn-ea"/>
              </a:rPr>
              <a:t>ach</a:t>
            </a:r>
            <a:endParaRPr>
              <a:sym typeface="+mn-ea"/>
            </a:endParaRPr>
          </a:p>
          <a:p>
            <a:endParaRPr lang="zh-CN" altLang="en-US"/>
          </a:p>
        </p:txBody>
      </p:sp>
      <p:sp>
        <p:nvSpPr>
          <p:cNvPr id="2" name="文本框 1"/>
          <p:cNvSpPr txBox="1"/>
          <p:nvPr/>
        </p:nvSpPr>
        <p:spPr>
          <a:xfrm>
            <a:off x="275590" y="1144270"/>
            <a:ext cx="3048000" cy="368300"/>
          </a:xfrm>
          <a:prstGeom prst="rect">
            <a:avLst/>
          </a:prstGeom>
          <a:noFill/>
        </p:spPr>
        <p:txBody>
          <a:bodyPr wrap="square" rtlCol="0">
            <a:spAutoFit/>
          </a:bodyPr>
          <a:p>
            <a:r>
              <a:rPr lang="en-US" altLang="zh-CN"/>
              <a:t>Three Input Modes:</a:t>
            </a:r>
            <a:endParaRPr lang="zh-CN" altLang="en-US">
              <a:ea typeface="宋体" panose="02010600030101010101" pitchFamily="2" charset="-122"/>
            </a:endParaRPr>
          </a:p>
        </p:txBody>
      </p:sp>
      <p:sp>
        <p:nvSpPr>
          <p:cNvPr id="3" name="文本框 2"/>
          <p:cNvSpPr txBox="1"/>
          <p:nvPr/>
        </p:nvSpPr>
        <p:spPr>
          <a:xfrm>
            <a:off x="1382395" y="1449070"/>
            <a:ext cx="3242310" cy="922020"/>
          </a:xfrm>
          <a:prstGeom prst="rect">
            <a:avLst/>
          </a:prstGeom>
        </p:spPr>
        <p:txBody>
          <a:bodyPr wrap="square">
            <a:spAutoFit/>
          </a:bodyPr>
          <a:p>
            <a:pPr marL="285750" indent="-285750">
              <a:buFont typeface="Arial" panose="020B0604020202020204" pitchFamily="34" charset="0"/>
              <a:buChar char="•"/>
            </a:pPr>
            <a:r>
              <a:rPr lang="en-US" altLang="zh-CN"/>
              <a:t>Object Area</a:t>
            </a:r>
            <a:endParaRPr lang="en-US" altLang="zh-CN"/>
          </a:p>
          <a:p>
            <a:pPr marL="285750" indent="-285750">
              <a:buFont typeface="Arial" panose="020B0604020202020204" pitchFamily="34" charset="0"/>
              <a:buChar char="•"/>
            </a:pPr>
            <a:r>
              <a:rPr lang="en-US" altLang="zh-CN"/>
              <a:t>Object Area + Velocity</a:t>
            </a:r>
            <a:endParaRPr lang="en-US" altLang="zh-CN"/>
          </a:p>
          <a:p>
            <a:pPr marL="285750" indent="-285750">
              <a:buFont typeface="Arial" panose="020B0604020202020204" pitchFamily="34" charset="0"/>
              <a:buChar char="•"/>
            </a:pPr>
            <a:r>
              <a:rPr lang="en-US" altLang="zh-CN"/>
              <a:t>Object Area + Acceleration</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Main Issue</a:t>
            </a:r>
            <a:endParaRPr sz="3200" b="1">
              <a:latin typeface="Times New Roman" panose="02020603050405020304"/>
              <a:ea typeface="Times New Roman" panose="02020603050405020304"/>
              <a:cs typeface="Times New Roman" panose="02020603050405020304"/>
            </a:endParaRPr>
          </a:p>
        </p:txBody>
      </p:sp>
      <p:sp>
        <p:nvSpPr>
          <p:cNvPr id="8" name="文本框 7"/>
          <p:cNvSpPr>
            <a:spLocks noGrp="1"/>
          </p:cNvSpPr>
          <p:nvPr/>
        </p:nvSpPr>
        <p:spPr>
          <a:xfrm>
            <a:off x="275590" y="810260"/>
            <a:ext cx="8295640" cy="584200"/>
          </a:xfrm>
          <a:prstGeom prst="rect">
            <a:avLst/>
          </a:prstGeom>
          <a:noFill/>
        </p:spPr>
        <p:txBody>
          <a:bodyPr wrap="square">
            <a:noAutofit/>
          </a:bodyPr>
          <a:lstStyle/>
          <a:p>
            <a:r>
              <a:t>The remaining issue</a:t>
            </a:r>
            <a:r>
              <a:rPr lang="en-US"/>
              <a:t> still</a:t>
            </a:r>
            <a:r>
              <a:t> is the real-time integrated velocity from the IMU. I tried several program adjustments, but </a:t>
            </a:r>
            <a:r>
              <a:rPr lang="en-US"/>
              <a:t>that still have some problem</a:t>
            </a:r>
            <a:r>
              <a:t>.</a:t>
            </a:r>
          </a:p>
        </p:txBody>
      </p:sp>
      <p:pic>
        <p:nvPicPr>
          <p:cNvPr id="3" name="图片 2"/>
          <p:cNvPicPr/>
          <p:nvPr/>
        </p:nvPicPr>
        <p:blipFill>
          <a:blip r:embed="rId1"/>
          <a:stretch>
            <a:fillRect/>
          </a:stretch>
        </p:blipFill>
        <p:spPr>
          <a:xfrm>
            <a:off x="275590" y="1752600"/>
            <a:ext cx="8523605" cy="472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lang="en-US" altLang="zh-CN" sz="3200" b="1">
                <a:latin typeface="Times New Roman" panose="02020603050405020304"/>
                <a:ea typeface="Times New Roman" panose="02020603050405020304"/>
                <a:cs typeface="Times New Roman" panose="02020603050405020304"/>
              </a:rPr>
              <a:t>My </a:t>
            </a:r>
            <a:r>
              <a:rPr sz="3200" b="1">
                <a:latin typeface="Times New Roman" panose="02020603050405020304"/>
                <a:ea typeface="Times New Roman" panose="02020603050405020304"/>
                <a:cs typeface="Times New Roman" panose="02020603050405020304"/>
                <a:sym typeface="+mn-ea"/>
              </a:rPr>
              <a:t>Research</a:t>
            </a:r>
            <a:r>
              <a:rPr lang="en-US" altLang="zh-CN" sz="3200" b="1">
                <a:latin typeface="Times New Roman" panose="02020603050405020304"/>
                <a:ea typeface="Times New Roman" panose="02020603050405020304"/>
                <a:cs typeface="Times New Roman" panose="02020603050405020304"/>
              </a:rPr>
              <a:t> Proposal</a:t>
            </a:r>
            <a:endParaRPr lang="en-US" altLang="zh-CN" sz="3200" b="1">
              <a:latin typeface="Times New Roman" panose="02020603050405020304"/>
              <a:ea typeface="Times New Roman" panose="02020603050405020304"/>
              <a:cs typeface="Times New Roman" panose="02020603050405020304"/>
            </a:endParaRPr>
          </a:p>
        </p:txBody>
      </p:sp>
      <p:sp>
        <p:nvSpPr>
          <p:cNvPr id="8" name="文本框 7"/>
          <p:cNvSpPr>
            <a:spLocks noGrp="1"/>
          </p:cNvSpPr>
          <p:nvPr/>
        </p:nvSpPr>
        <p:spPr>
          <a:xfrm>
            <a:off x="275590" y="882015"/>
            <a:ext cx="8295640" cy="5372100"/>
          </a:xfrm>
          <a:prstGeom prst="rect">
            <a:avLst/>
          </a:prstGeom>
          <a:noFill/>
        </p:spPr>
        <p:txBody>
          <a:bodyPr wrap="square">
            <a:noAutofit/>
          </a:bodyPr>
          <a:lstStyle/>
          <a:p>
            <a:r>
              <a:t>Although the current offline data contain some errors, the predicted curves show the natural pattern of grasping: opening and then closing. </a:t>
            </a:r>
          </a:p>
          <a:p>
            <a:endParaRPr lang="en-US" altLang="zh-CN"/>
          </a:p>
          <a:p>
            <a:r>
              <a:rPr lang="en-US" altLang="zh-CN"/>
              <a:t>Therefore, I would like to ask whether it would be possible to change the validation method of this study from real-time validation to offline validation.</a:t>
            </a:r>
            <a:br>
              <a:rPr lang="en-US" altLang="zh-CN"/>
            </a:br>
            <a:endParaRPr lang="en-US" altLang="zh-CN"/>
          </a:p>
          <a:p>
            <a:r>
              <a:rPr lang="en-US" altLang="zh-CN"/>
              <a:t>I would like to revise the focus of this study to investigate whether adding IMU data, such as hand velocity or acceleration, can better reproduce the natural grasping pattern of the human hand. The performance of using only object area will be compared with that of using object area combined with IMU data.</a:t>
            </a:r>
            <a:endParaRPr lang="en-US" altLang="zh-CN"/>
          </a:p>
          <a:p>
            <a:endParaRPr lang="en-US" altLang="zh-CN"/>
          </a:p>
          <a:p>
            <a:r>
              <a:rPr lang="en-US" altLang="zh-CN"/>
              <a:t>If so, I like to further optimize the training process to reduce prediction errors and make the predicted curves fit the actual data more closely. And invit other participants to validate the proposed method.</a:t>
            </a:r>
            <a:endParaRPr lang="en-US" altLang="zh-CN"/>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1439</Words>
  <Application>WPS 演示</Application>
  <PresentationFormat>Converted Presentation</PresentationFormat>
  <Paragraphs>38</Paragraphs>
  <Slides>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vt:i4>
      </vt:variant>
    </vt:vector>
  </HeadingPairs>
  <TitlesOfParts>
    <vt:vector size="14" baseType="lpstr">
      <vt:lpstr>Arial</vt:lpstr>
      <vt:lpstr>宋体</vt:lpstr>
      <vt:lpstr>Wingdings</vt:lpstr>
      <vt:lpstr>Arial</vt:lpstr>
      <vt:lpstr>Times New Roman</vt:lpstr>
      <vt:lpstr>微软雅黑</vt:lpstr>
      <vt:lpstr>Arial Unicode MS</vt:lpstr>
      <vt:lpstr>MS PGothic</vt:lpstr>
      <vt:lpstr>Times New Roman</vt:lpstr>
      <vt:lpstr>Office テーマ</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down down down down down</cp:lastModifiedBy>
  <cp:revision>1</cp:revision>
  <dcterms:created xsi:type="dcterms:W3CDTF">2026-09-29T07:20:49Z</dcterms:created>
  <dcterms:modified xsi:type="dcterms:W3CDTF">2026-09-29T07:20:49Z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FB3ACDAA4AF54148BE5074B4117C330D_12</vt:lpwstr>
  </property>
</Properties>
</file>