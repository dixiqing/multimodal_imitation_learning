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5" r:id="rId3"/>
    <p:sldId id="329" r:id="rId5"/>
    <p:sldId id="330" r:id="rId6"/>
    <p:sldId id="331" r:id="rId7"/>
    <p:sldId id="333" r:id="rId8"/>
    <p:sldId id="332" r:id="rId9"/>
    <p:sldId id="334" r:id="rId10"/>
    <p:sldId id="335" r:id="rId11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5275" y="334645"/>
            <a:ext cx="7404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The predicted finger closure is too fast toward the end.</a:t>
            </a:r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0" y="1174115"/>
            <a:ext cx="9144000" cy="3740150"/>
            <a:chOff x="0" y="2455"/>
            <a:chExt cx="14400" cy="5890"/>
          </a:xfrm>
        </p:grpSpPr>
        <p:pic>
          <p:nvPicPr>
            <p:cNvPr id="4" name="图片 3" descr="Red_2cm_20261017_2026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2455"/>
              <a:ext cx="14400" cy="589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199" y="4051"/>
              <a:ext cx="1986" cy="3295"/>
            </a:xfrm>
            <a:prstGeom prst="rect">
              <a:avLst/>
            </a:prstGeom>
            <a:noFill/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95275" y="5139055"/>
            <a:ext cx="8737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The same issue occurred in last week’s data and was resolved by adding a temporal window.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" name="组合 15"/>
          <p:cNvGrpSpPr/>
          <p:nvPr/>
        </p:nvGrpSpPr>
        <p:grpSpPr>
          <a:xfrm>
            <a:off x="2592070" y="991870"/>
            <a:ext cx="6452235" cy="5769610"/>
            <a:chOff x="0" y="1476"/>
            <a:chExt cx="14400" cy="9086"/>
          </a:xfrm>
        </p:grpSpPr>
        <p:pic>
          <p:nvPicPr>
            <p:cNvPr id="10" name="图片 9" descr="Black_4cm_20261022_1919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476"/>
              <a:ext cx="14400" cy="3052"/>
            </a:xfrm>
            <a:prstGeom prst="rect">
              <a:avLst/>
            </a:prstGeom>
          </p:spPr>
        </p:pic>
        <p:pic>
          <p:nvPicPr>
            <p:cNvPr id="14" name="图片 13" descr="Black_4cm_20261022_19200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528"/>
              <a:ext cx="14400" cy="3052"/>
            </a:xfrm>
            <a:prstGeom prst="rect">
              <a:avLst/>
            </a:prstGeom>
          </p:spPr>
        </p:pic>
        <p:pic>
          <p:nvPicPr>
            <p:cNvPr id="15" name="图片 14" descr="Black_4cm_20261022_19200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580"/>
              <a:ext cx="14400" cy="2982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6713220" y="1141730"/>
            <a:ext cx="788035" cy="4756150"/>
          </a:xfrm>
          <a:prstGeom prst="rect">
            <a:avLst/>
          </a:pr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390" y="1141730"/>
            <a:ext cx="25190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However, the issue still occurs when the movement lasts longer, possibly because the fingers remain open for too long.</a:t>
            </a:r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Black_4cm_20261022_1919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5865" y="158750"/>
            <a:ext cx="5334000" cy="2181860"/>
          </a:xfrm>
          <a:prstGeom prst="rect">
            <a:avLst/>
          </a:prstGeom>
        </p:spPr>
      </p:pic>
      <p:pic>
        <p:nvPicPr>
          <p:cNvPr id="4" name="图片 3" descr="Black_4cm_20261022_192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0" y="2402205"/>
            <a:ext cx="5334000" cy="2181860"/>
          </a:xfrm>
          <a:prstGeom prst="rect">
            <a:avLst/>
          </a:prstGeom>
        </p:spPr>
      </p:pic>
      <p:pic>
        <p:nvPicPr>
          <p:cNvPr id="5" name="图片 4" descr="Black_4cm_20261022_1920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0" y="4603115"/>
            <a:ext cx="5397500" cy="22078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214870" y="534035"/>
            <a:ext cx="1159510" cy="5372100"/>
          </a:xfrm>
          <a:prstGeom prst="rect">
            <a:avLst/>
          </a:pr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8745" y="380365"/>
            <a:ext cx="3626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I increased the temporal window to 10 frames. This delayed the abrupt drop, but the decline was still too steep.</a:t>
            </a:r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49885" y="678815"/>
            <a:ext cx="83108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 think this mainly comes from my grasping pattern: after opening my hand, I close my fingers quickly as I approach the object.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appears as a sharp drop in fingertip distance toward the end of the curve.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 also examined the grasping patterns of the other two participants, and one showed a pattern similar to mine.</a:t>
            </a:r>
            <a:endParaRPr lang="en-US" altLang="zh-CN"/>
          </a:p>
        </p:txBody>
      </p:sp>
      <p:pic>
        <p:nvPicPr>
          <p:cNvPr id="6" name="图片 5" descr="Black_3cm_20261023_1838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3344545"/>
            <a:ext cx="4222115" cy="2903220"/>
          </a:xfrm>
          <a:prstGeom prst="rect">
            <a:avLst/>
          </a:prstGeom>
        </p:spPr>
      </p:pic>
      <p:pic>
        <p:nvPicPr>
          <p:cNvPr id="9" name="图片 8" descr="Black_3cm_20261023_1838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530" y="3344545"/>
            <a:ext cx="4222115" cy="29019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37210" y="4230370"/>
            <a:ext cx="370840" cy="805815"/>
          </a:xfrm>
          <a:prstGeom prst="rect">
            <a:avLst/>
          </a:pr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130800" y="4230370"/>
            <a:ext cx="370840" cy="805815"/>
          </a:xfrm>
          <a:prstGeom prst="rect">
            <a:avLst/>
          </a:pr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rame_005969_annot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4870" y="2682240"/>
            <a:ext cx="4330700" cy="3850005"/>
          </a:xfrm>
          <a:prstGeom prst="rect">
            <a:avLst/>
          </a:prstGeom>
        </p:spPr>
      </p:pic>
      <p:pic>
        <p:nvPicPr>
          <p:cNvPr id="4" name="图片 3" descr="frame_006004_annot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" y="2620645"/>
            <a:ext cx="4469130" cy="39731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505" y="280670"/>
            <a:ext cx="8901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Also, because the distance is measured between the object’s center and the midpoint between the two fingertips, it can decrease to zero and then increase again.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49885" y="279400"/>
            <a:ext cx="8310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Before and after introducing signed distance,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showing a clearer relationship.</a:t>
            </a:r>
            <a:endParaRPr lang="en-US" altLang="zh-CN"/>
          </a:p>
        </p:txBody>
      </p:sp>
      <p:pic>
        <p:nvPicPr>
          <p:cNvPr id="2" name="图片 1" descr="Black_3cm_20261023_18380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51070" y="2139950"/>
            <a:ext cx="4320540" cy="297053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855970" y="51104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With signed distance</a:t>
            </a:r>
            <a:endParaRPr lang="en-US" altLang="zh-CN"/>
          </a:p>
        </p:txBody>
      </p:sp>
      <p:pic>
        <p:nvPicPr>
          <p:cNvPr id="5" name="图片 4" descr="Black_3cm_20261023_18380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325" y="2065020"/>
            <a:ext cx="4430395" cy="304546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158240" y="51104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Without signed distance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340995" y="361950"/>
            <a:ext cx="86461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Introducing negative values improved the results.</a:t>
            </a:r>
            <a:endParaRPr lang="en-US" altLang="zh-CN"/>
          </a:p>
          <a:p>
            <a:r>
              <a:rPr lang="en-US" altLang="zh-CN"/>
              <a:t>I compared both versions using the same training and test sets with a 5-frame window. The orange curve shows the results with signed distance.</a:t>
            </a:r>
            <a:endParaRPr lang="en-US" altLang="zh-CN"/>
          </a:p>
        </p:txBody>
      </p:sp>
      <p:pic>
        <p:nvPicPr>
          <p:cNvPr id="9" name="图片 8" descr="validation_mode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74010"/>
            <a:ext cx="91440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340995" y="3619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 comparison</a:t>
            </a:r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3740150" y="172085"/>
            <a:ext cx="5403850" cy="6631305"/>
            <a:chOff x="5890" y="0"/>
            <a:chExt cx="8510" cy="10443"/>
          </a:xfrm>
        </p:grpSpPr>
        <p:pic>
          <p:nvPicPr>
            <p:cNvPr id="2" name="图片 1" descr="Black_3cm_20261023_18395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890" y="0"/>
              <a:ext cx="8510" cy="3481"/>
            </a:xfrm>
            <a:prstGeom prst="rect">
              <a:avLst/>
            </a:prstGeom>
          </p:spPr>
        </p:pic>
        <p:pic>
          <p:nvPicPr>
            <p:cNvPr id="3" name="图片 2" descr="Black_3cm_20261023_1839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90" y="3481"/>
              <a:ext cx="8510" cy="3482"/>
            </a:xfrm>
            <a:prstGeom prst="rect">
              <a:avLst/>
            </a:prstGeom>
          </p:spPr>
        </p:pic>
        <p:pic>
          <p:nvPicPr>
            <p:cNvPr id="4" name="图片 3" descr="Black_3cm_20261023_1839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0" y="6963"/>
              <a:ext cx="8509" cy="348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7.2,&quot;left&quot;:4.75,&quot;top&quot;:162.6,&quot;width&quot;:709.55}"/>
</p:tagLst>
</file>

<file path=ppt/tags/tag2.xml><?xml version="1.0" encoding="utf-8"?>
<p:tagLst xmlns:p="http://schemas.openxmlformats.org/presentationml/2006/main">
  <p:tag name="KSO_WM_DIAGRAM_VIRTUALLY_FRAME" val="{&quot;height&quot;:277.2,&quot;left&quot;:4.75,&quot;top&quot;:162.6,&quot;width&quot;:709.55}"/>
</p:tagLst>
</file>

<file path=ppt/tags/tag3.xml><?xml version="1.0" encoding="utf-8"?>
<p:tagLst xmlns:p="http://schemas.openxmlformats.org/presentationml/2006/main">
  <p:tag name="KSO_WM_DIAGRAM_VIRTUALLY_FRAME" val="{&quot;height&quot;:277.2,&quot;left&quot;:4.75,&quot;top&quot;:162.6,&quot;width&quot;:709.55}"/>
</p:tagLst>
</file>

<file path=ppt/tags/tag4.xml><?xml version="1.0" encoding="utf-8"?>
<p:tagLst xmlns:p="http://schemas.openxmlformats.org/presentationml/2006/main">
  <p:tag name="KSO_WM_DIAGRAM_VIRTUALLY_FRAME" val="{&quot;height&quot;:277.2,&quot;left&quot;:4.75,&quot;top&quot;:162.6,&quot;width&quot;:709.55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</Words>
  <Application>WPS 演示</Application>
  <PresentationFormat>Converted Presentation</PresentationFormat>
  <Paragraphs>29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MS PGothic</vt:lpstr>
      <vt:lpstr>Calibri</vt:lpstr>
      <vt:lpstr>Times New Roman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49</cp:revision>
  <dcterms:created xsi:type="dcterms:W3CDTF">2026-09-29T07:20:00Z</dcterms:created>
  <dcterms:modified xsi:type="dcterms:W3CDTF">2026-10-24T06:48:39Z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