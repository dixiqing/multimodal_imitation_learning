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78" r:id="rId5"/>
    <p:sldId id="277" r:id="rId6"/>
    <p:sldId id="276" r:id="rId7"/>
    <p:sldId id="275" r:id="rId8"/>
    <p:sldId id="271" r:id="rId9"/>
    <p:sldId id="272" r:id="rId10"/>
    <p:sldId id="273" r:id="rId11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Research Goal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1024255"/>
            <a:ext cx="827722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ea typeface="宋体" panose="02010600030101010101" pitchFamily="2" charset="-122"/>
              </a:rPr>
              <a:t>人在进行 </a:t>
            </a:r>
            <a:r>
              <a:rPr lang="en-US" altLang="zh-CN">
                <a:ea typeface="宋体" panose="02010600030101010101" pitchFamily="2" charset="-122"/>
              </a:rPr>
              <a:t>reach-to-grasp </a:t>
            </a:r>
            <a:r>
              <a:rPr lang="zh-CN" altLang="en-US">
                <a:ea typeface="宋体" panose="02010600030101010101" pitchFamily="2" charset="-122"/>
              </a:rPr>
              <a:t>动作时，手指开合和手部运动通常是自然且无意识地协调进行的。</a:t>
            </a:r>
            <a:endParaRPr lang="zh-CN" altLang="en-US">
              <a:ea typeface="宋体" panose="02010600030101010101" pitchFamily="2" charset="-122"/>
            </a:endParaRPr>
          </a:p>
          <a:p>
            <a:r>
              <a:rPr lang="zh-CN" altLang="en-US">
                <a:ea typeface="宋体" panose="02010600030101010101" pitchFamily="2" charset="-122"/>
              </a:rPr>
              <a:t>本研究旨在分析抓取过程中物体视觉大小、手指开合以及手部运动之间的关系，并进一步研究是否能够利用这些信息预测手指的开合过程。</a:t>
            </a: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75590" y="342868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/>
              <a:t>RQ1</a:t>
            </a:r>
            <a:r>
              <a:rPr lang="zh-CN" altLang="en-US" sz="1600"/>
              <a:t>：</a:t>
            </a:r>
            <a:endParaRPr lang="zh-CN" altLang="en-US" sz="1600"/>
          </a:p>
        </p:txBody>
      </p:sp>
      <p:sp>
        <p:nvSpPr>
          <p:cNvPr id="9" name="文本框 8"/>
          <p:cNvSpPr txBox="1"/>
          <p:nvPr/>
        </p:nvSpPr>
        <p:spPr>
          <a:xfrm>
            <a:off x="275590" y="3766185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/>
              <a:t>Reach-to-grasp </a:t>
            </a:r>
            <a:r>
              <a:rPr lang="zh-CN" altLang="en-US" sz="1600"/>
              <a:t>过程中，物体视觉大小、手指开合和手部运动之间是否存在稳定的关系？</a:t>
            </a:r>
            <a:endParaRPr lang="zh-CN" altLang="en-US" sz="1600"/>
          </a:p>
        </p:txBody>
      </p:sp>
      <p:sp>
        <p:nvSpPr>
          <p:cNvPr id="10" name="文本框 9"/>
          <p:cNvSpPr txBox="1"/>
          <p:nvPr/>
        </p:nvSpPr>
        <p:spPr>
          <a:xfrm>
            <a:off x="275590" y="5309235"/>
            <a:ext cx="8276590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/>
              <a:t>与仅使用物体视觉信息相比，加入手部运动信息是否能够提高对手指开合过程的预测性能？</a:t>
            </a:r>
            <a:endParaRPr lang="zh-CN" altLang="en-US" sz="1600"/>
          </a:p>
        </p:txBody>
      </p:sp>
      <p:sp>
        <p:nvSpPr>
          <p:cNvPr id="11" name="文本框 10"/>
          <p:cNvSpPr txBox="1"/>
          <p:nvPr/>
        </p:nvSpPr>
        <p:spPr>
          <a:xfrm>
            <a:off x="275590" y="497173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/>
              <a:t>RQ2</a:t>
            </a:r>
            <a:r>
              <a:rPr lang="zh-CN" altLang="en-US" sz="1600"/>
              <a:t>：</a:t>
            </a:r>
            <a:endParaRPr lang="zh-CN" altLang="en-US"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</a:rPr>
              <a:t>数据集准备</a:t>
            </a:r>
            <a:endParaRPr lang="zh-CN" altLang="en-US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</a:endParaRPr>
          </a:p>
        </p:txBody>
      </p:sp>
      <p:pic>
        <p:nvPicPr>
          <p:cNvPr id="8" name="10月4日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75590" y="2588895"/>
            <a:ext cx="6949440" cy="4073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75590" y="894080"/>
            <a:ext cx="8522335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Initial hand position: table edge</a:t>
            </a:r>
            <a:endParaRPr lang="en-US" altLang="zh-CN"/>
          </a:p>
          <a:p>
            <a:r>
              <a:rPr lang="en-US" altLang="zh-CN"/>
              <a:t>Target position: 30 mm from the table edge</a:t>
            </a:r>
            <a:endParaRPr lang="en-US" altLang="zh-CN"/>
          </a:p>
          <a:p>
            <a:r>
              <a:rPr lang="en-US" altLang="zh-CN"/>
              <a:t>Task: natural reach-to-grasp movement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Temporal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download"/>
          <p:cNvPicPr>
            <a:picLocks noChangeAspect="1"/>
          </p:cNvPicPr>
          <p:nvPr/>
        </p:nvPicPr>
        <p:blipFill>
          <a:blip r:embed="rId1"/>
          <a:srcRect b="3798"/>
          <a:stretch>
            <a:fillRect/>
          </a:stretch>
        </p:blipFill>
        <p:spPr>
          <a:xfrm>
            <a:off x="280035" y="1631950"/>
            <a:ext cx="8518525" cy="49949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275590" y="1195705"/>
            <a:ext cx="8793480" cy="1834515"/>
            <a:chOff x="434" y="1883"/>
            <a:chExt cx="13848" cy="2889"/>
          </a:xfrm>
        </p:grpSpPr>
        <p:sp>
          <p:nvSpPr>
            <p:cNvPr id="18" name="文本框 17"/>
            <p:cNvSpPr txBox="1"/>
            <p:nvPr/>
          </p:nvSpPr>
          <p:spPr>
            <a:xfrm>
              <a:off x="434" y="1883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Model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434" y="2955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Area only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434" y="4192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Area + Acceleration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638" y="1884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Mean RMSE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705" y="1884"/>
              <a:ext cx="5577" cy="580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/>
                <a:t>Mean R² ± Standard Deviation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4638" y="2955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45.12px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4638" y="4192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21.77px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705" y="2955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0.647 ± 0.069</a:t>
              </a:r>
              <a:endParaRPr lang="en-US" altLang="zh-CN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8705" y="4192"/>
              <a:ext cx="5577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/>
                <a:t>0.917 ± 0.040</a:t>
              </a:r>
              <a:endParaRPr lang="en-US" altLang="zh-CN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9" name="图片 8" descr="TRIAL_Size_4cm_20261010_1639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TRIAL_Size_4cm_20261010_1640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TRIAL_Size_4cm_20261010_16414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3" name="图片 2" descr="TRIAL_Size_4cm_20261010_16385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570</Words>
  <Application>WPS 演示</Application>
  <PresentationFormat>Converted Presentation</PresentationFormat>
  <Paragraphs>49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8" baseType="lpstr">
      <vt:lpstr>Arial</vt:lpstr>
      <vt:lpstr>宋体</vt:lpstr>
      <vt:lpstr>Wingdings</vt:lpstr>
      <vt:lpstr>Arial</vt:lpstr>
      <vt:lpstr>Times New Roman</vt:lpstr>
      <vt:lpstr>MS PGothic</vt:lpstr>
      <vt:lpstr>微软雅黑</vt:lpstr>
      <vt:lpstr>Arial Unicode MS</vt:lpstr>
      <vt:lpstr>Times New Roman</vt:lpstr>
      <vt:lpstr>Office テーマ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9</cp:revision>
  <dcterms:created xsi:type="dcterms:W3CDTF">2026-09-29T07:20:00Z</dcterms:created>
  <dcterms:modified xsi:type="dcterms:W3CDTF">2026-10-10T16:06:14Z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FB3ACDAA4AF54148BE5074B4117C330D_12</vt:lpwstr>
  </property>
</Properties>
</file>