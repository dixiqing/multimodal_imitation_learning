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5" r:id="rId3"/>
    <p:sldId id="287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objective is to Replace classification models to Regression Models.</a:t>
            </a:r>
            <a:br>
              <a:rPr lang="en-US" altLang="zh-CN"/>
            </a:br>
            <a:r>
              <a:rPr lang="en-US" altLang="zh-CN"/>
              <a:t>From modular approach to end to end approach to reduce </a:t>
            </a:r>
            <a:r>
              <a:rPr lang="en-US" altLang="zh-CN">
                <a:sym typeface="+mn-ea"/>
              </a:rPr>
              <a:t>system complexity and loss of important information</a:t>
            </a:r>
            <a:endParaRPr lang="en-US" altLang="zh-CN"/>
          </a:p>
          <a:p>
            <a:r>
              <a:rPr lang="en-US" altLang="zh-CN"/>
              <a:t>RQ is to verify that can the system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build </a:t>
            </a:r>
            <a:r>
              <a:rPr lang="en-US" altLang="zh-CN"/>
              <a:t>on an end-to-end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approach combined with regression be successfully applied, 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710" y="2963545"/>
            <a:ext cx="8630920" cy="1564005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among </a:t>
              </a:r>
              <a:r>
                <a:rPr kumimoji="1" lang="en-US" altLang="zh-CN" dirty="0">
                  <a:sym typeface="+mn-ea"/>
                </a:rPr>
                <a:t>object apparent size</a:t>
              </a:r>
              <a:r>
                <a:rPr lang="en-US" altLang="zh-CN">
                  <a:sym typeface="+mn-ea"/>
                </a:rPr>
                <a:t>, fingertip aperture, and hand acceleration during reach-to-grasp movements</a:t>
              </a:r>
              <a:r>
                <a:rPr lang="en-US" altLang="zh-CN">
                  <a:ea typeface="宋体" panose="02010600030101010101" pitchFamily="2" charset="-122"/>
                </a:rPr>
                <a:t>?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9710" y="4939030"/>
            <a:ext cx="8630920" cy="1564005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ea typeface="宋体" panose="02010600030101010101" pitchFamily="2" charset="-122"/>
                </a:rPr>
                <a:t>Can fingertip aperture during reach-to-grasp movements be predicted using object apparent size and hand acceleration?</a:t>
              </a:r>
              <a:endParaRPr lang="en-US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5590" y="909320"/>
            <a:ext cx="8573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During reach-to-grasp movements, finger opening/closing and hand motion are usually coordinated naturally and unconsciously.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study aims to investigate the relationship among </a:t>
            </a:r>
            <a:r>
              <a:rPr kumimoji="1" lang="en-US" altLang="zh-CN" dirty="0">
                <a:sym typeface="+mn-ea"/>
              </a:rPr>
              <a:t>object apparent size</a:t>
            </a:r>
            <a:r>
              <a:rPr lang="en-US" altLang="zh-CN"/>
              <a:t>, fingertip aperture, and hand acceleration during grasping, and further examine whether this information can be used to predict the fingertip aperture process.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Acceleration Data Optimization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图片 4" descr="size_4cm_three_signals_horizontal_overlay"/>
          <p:cNvPicPr>
            <a:picLocks noChangeAspect="1"/>
          </p:cNvPicPr>
          <p:nvPr/>
        </p:nvPicPr>
        <p:blipFill>
          <a:blip r:embed="rId1"/>
          <a:srcRect l="67278"/>
          <a:stretch>
            <a:fillRect/>
          </a:stretch>
        </p:blipFill>
        <p:spPr>
          <a:xfrm>
            <a:off x="275590" y="1044575"/>
            <a:ext cx="3540125" cy="2524760"/>
          </a:xfrm>
          <a:prstGeom prst="rect">
            <a:avLst/>
          </a:prstGeom>
        </p:spPr>
      </p:pic>
      <p:sp>
        <p:nvSpPr>
          <p:cNvPr id="2" name="任意多边形 1"/>
          <p:cNvSpPr/>
          <p:nvPr/>
        </p:nvSpPr>
        <p:spPr>
          <a:xfrm>
            <a:off x="3620770" y="1706245"/>
            <a:ext cx="1684655" cy="0"/>
          </a:xfrm>
          <a:custGeom>
            <a:avLst/>
            <a:gdLst>
              <a:gd name="connisteX0" fmla="*/ 0 w 1684655"/>
              <a:gd name="connsiteY0" fmla="*/ 0 h 0"/>
              <a:gd name="connisteX1" fmla="*/ 1684655 w 1684655"/>
              <a:gd name="connsiteY1" fmla="*/ 0 h 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684655">
                <a:moveTo>
                  <a:pt x="0" y="0"/>
                </a:moveTo>
                <a:lnTo>
                  <a:pt x="1684655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413375" y="138366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之前的加速度，不归零，说不通。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7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9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0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WPS 演示</Application>
  <PresentationFormat>Converted Presentation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Arial</vt:lpstr>
      <vt:lpstr>Avenir Heavy</vt:lpstr>
      <vt:lpstr>Segoe Print</vt:lpstr>
      <vt:lpstr>Times New Roman</vt:lpstr>
      <vt:lpstr>Times New Roman</vt:lpstr>
      <vt:lpstr>微软雅黑</vt:lpstr>
      <vt:lpstr>Arial Unicode MS</vt:lpstr>
      <vt:lpstr>MS PGothic</vt:lpstr>
      <vt:lpstr>Office テーマ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22</cp:revision>
  <dcterms:created xsi:type="dcterms:W3CDTF">2026-09-29T07:20:00Z</dcterms:created>
  <dcterms:modified xsi:type="dcterms:W3CDTF">2026-10-14T15:45:12Z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FB3ACDAA4AF54148BE5074B4117C330D_12</vt:lpwstr>
  </property>
</Properties>
</file>