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98" r:id="rId3"/>
    <p:sldId id="301" r:id="rId5"/>
    <p:sldId id="300" r:id="rId6"/>
    <p:sldId id="299" r:id="rId7"/>
  </p:sld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9E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フッター プレースホルダー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スライド番号プレースホルダー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フッター プレースホルダー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直線コネクタ 6"/>
          <p:cNvSpPr>
            <a:spLocks noGrp="1"/>
          </p:cNvSpPr>
          <p:nvPr/>
        </p:nv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5" name="スライド番号プレースホルダー 4"/>
          <p:cNvSpPr>
            <a:spLocks noGrp="1"/>
          </p:cNvSpPr>
          <p:nvPr>
            <p:ph type="sldNum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/>
      <p:sp>
        <p:nvSpPr>
          <p:cNvPr id="2" name="日付プレースホルダー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フッター プレースホルダー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100"/>
            </a:lvl2pPr>
            <a:lvl3pPr>
              <a:buNone/>
              <a:defRPr sz="18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/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/>
      <p:sp>
        <p:nvSpPr>
          <p:cNvPr id="2" name="縦書きタイトル 1"/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171450" indent="-171450" algn="l" defTabSz="685800">
        <a:lnSpc>
          <a:spcPct val="90000"/>
        </a:lnSpc>
        <a:spcBef>
          <a:spcPts val="750"/>
        </a:spcBef>
        <a:buFont typeface="Arial" panose="020B0604020202020204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1148080" y="1148715"/>
            <a:ext cx="1868170" cy="1159510"/>
            <a:chOff x="4230" y="2456"/>
            <a:chExt cx="2942" cy="1826"/>
          </a:xfrm>
        </p:grpSpPr>
        <p:sp>
          <p:nvSpPr>
            <p:cNvPr id="5" name="Google Shape;4859;p44"/>
            <p:cNvSpPr/>
            <p:nvPr/>
          </p:nvSpPr>
          <p:spPr>
            <a:xfrm>
              <a:off x="4230" y="2456"/>
              <a:ext cx="2107" cy="1826"/>
            </a:xfrm>
            <a:prstGeom prst="cube">
              <a:avLst>
                <a:gd name="adj" fmla="val 868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8" name="直接箭头连接符 7"/>
            <p:cNvCxnSpPr>
              <a:stCxn id="5" idx="4"/>
            </p:cNvCxnSpPr>
            <p:nvPr/>
          </p:nvCxnSpPr>
          <p:spPr>
            <a:xfrm flipV="1">
              <a:off x="6265" y="3436"/>
              <a:ext cx="90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16"/>
          <p:cNvGrpSpPr/>
          <p:nvPr/>
        </p:nvGrpSpPr>
        <p:grpSpPr>
          <a:xfrm>
            <a:off x="991870" y="1999615"/>
            <a:ext cx="1906905" cy="1159510"/>
            <a:chOff x="3630" y="4675"/>
            <a:chExt cx="3003" cy="1826"/>
          </a:xfrm>
        </p:grpSpPr>
        <p:sp>
          <p:nvSpPr>
            <p:cNvPr id="18" name="Google Shape;4859;p44"/>
            <p:cNvSpPr/>
            <p:nvPr/>
          </p:nvSpPr>
          <p:spPr>
            <a:xfrm>
              <a:off x="3630" y="4675"/>
              <a:ext cx="2107" cy="1826"/>
            </a:xfrm>
            <a:prstGeom prst="cube">
              <a:avLst>
                <a:gd name="adj" fmla="val 868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19" name="直接箭头连接符 18"/>
            <p:cNvCxnSpPr/>
            <p:nvPr/>
          </p:nvCxnSpPr>
          <p:spPr>
            <a:xfrm flipV="1">
              <a:off x="5669" y="5734"/>
              <a:ext cx="964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直接箭头连接符 23"/>
          <p:cNvCxnSpPr/>
          <p:nvPr/>
        </p:nvCxnSpPr>
        <p:spPr>
          <a:xfrm flipV="1">
            <a:off x="5327650" y="2106930"/>
            <a:ext cx="684000" cy="7620"/>
          </a:xfrm>
          <a:prstGeom prst="straightConnector1">
            <a:avLst/>
          </a:prstGeom>
          <a:ln>
            <a:solidFill>
              <a:srgbClr val="0E284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948055" y="2753360"/>
            <a:ext cx="13385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Acceleration</a:t>
            </a:r>
            <a:endParaRPr lang="en-US" altLang="zh-CN" sz="16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101725" y="1314450"/>
            <a:ext cx="13385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 Size</a:t>
            </a:r>
            <a:endParaRPr lang="en-US" altLang="zh-CN" sz="16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grpSp>
        <p:nvGrpSpPr>
          <p:cNvPr id="29" name="组合 28"/>
          <p:cNvGrpSpPr/>
          <p:nvPr/>
        </p:nvGrpSpPr>
        <p:grpSpPr>
          <a:xfrm>
            <a:off x="6082665" y="1583055"/>
            <a:ext cx="1423670" cy="853440"/>
            <a:chOff x="9310" y="4361"/>
            <a:chExt cx="2242" cy="1344"/>
          </a:xfrm>
        </p:grpSpPr>
        <p:sp>
          <p:nvSpPr>
            <p:cNvPr id="4861" name="Google Shape;4861;p44"/>
            <p:cNvSpPr/>
            <p:nvPr/>
          </p:nvSpPr>
          <p:spPr>
            <a:xfrm>
              <a:off x="9310" y="4361"/>
              <a:ext cx="2192" cy="1344"/>
            </a:xfrm>
            <a:prstGeom prst="cube">
              <a:avLst>
                <a:gd name="adj" fmla="val 21848"/>
              </a:avLst>
            </a:prstGeom>
            <a:solidFill>
              <a:srgbClr val="09CDA6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310" y="4688"/>
              <a:ext cx="2242" cy="1016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Fingertip </a:t>
              </a:r>
              <a:endParaRPr lang="en-US" altLang="zh-CN" sz="1800" b="1">
                <a:latin typeface="Times New Roman" panose="02020603050405020304" charset="0"/>
                <a:cs typeface="Times New Roman" panose="02020603050405020304" charset="0"/>
              </a:endParaRPr>
            </a:p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Aperture</a:t>
              </a:r>
              <a:endParaRPr lang="en-US" altLang="ja-JP" sz="1600"/>
            </a:p>
          </p:txBody>
        </p:sp>
      </p:grpSp>
      <p:grpSp>
        <p:nvGrpSpPr>
          <p:cNvPr id="155" name="组合 154"/>
          <p:cNvGrpSpPr/>
          <p:nvPr/>
        </p:nvGrpSpPr>
        <p:grpSpPr>
          <a:xfrm>
            <a:off x="3118485" y="1320800"/>
            <a:ext cx="2145030" cy="1884045"/>
            <a:chOff x="2243" y="1465"/>
            <a:chExt cx="8060" cy="5346"/>
          </a:xfrm>
        </p:grpSpPr>
        <p:sp>
          <p:nvSpPr>
            <p:cNvPr id="114" name="Google Shape;500;p25"/>
            <p:cNvSpPr/>
            <p:nvPr/>
          </p:nvSpPr>
          <p:spPr>
            <a:xfrm>
              <a:off x="2243" y="2689"/>
              <a:ext cx="125" cy="108"/>
            </a:xfrm>
            <a:prstGeom prst="flowChartConnector">
              <a:avLst/>
            </a:prstGeom>
            <a:solidFill>
              <a:srgbClr val="B7B7B7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5" name="Google Shape;503;p25"/>
            <p:cNvSpPr/>
            <p:nvPr/>
          </p:nvSpPr>
          <p:spPr>
            <a:xfrm>
              <a:off x="9455" y="3359"/>
              <a:ext cx="849" cy="878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cxnSp>
          <p:nvCxnSpPr>
            <p:cNvPr id="116" name="Google Shape;510;p25"/>
            <p:cNvCxnSpPr>
              <a:endCxn id="115" idx="2"/>
            </p:cNvCxnSpPr>
            <p:nvPr/>
          </p:nvCxnSpPr>
          <p:spPr>
            <a:xfrm rot="10800000" flipH="1">
              <a:off x="7887" y="3798"/>
              <a:ext cx="1568" cy="250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7" name="Google Shape;512;p25"/>
            <p:cNvCxnSpPr>
              <a:endCxn id="115" idx="2"/>
            </p:cNvCxnSpPr>
            <p:nvPr/>
          </p:nvCxnSpPr>
          <p:spPr>
            <a:xfrm>
              <a:off x="7887" y="3166"/>
              <a:ext cx="1568" cy="632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8" name="Google Shape;514;p25"/>
            <p:cNvCxnSpPr>
              <a:endCxn id="115" idx="2"/>
            </p:cNvCxnSpPr>
            <p:nvPr/>
          </p:nvCxnSpPr>
          <p:spPr>
            <a:xfrm>
              <a:off x="7887" y="1947"/>
              <a:ext cx="1568" cy="185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9" name="Google Shape;516;p25"/>
            <p:cNvCxnSpPr>
              <a:stCxn id="120" idx="6"/>
              <a:endCxn id="124" idx="2"/>
            </p:cNvCxnSpPr>
            <p:nvPr/>
          </p:nvCxnSpPr>
          <p:spPr>
            <a:xfrm>
              <a:off x="5658" y="1947"/>
              <a:ext cx="1182" cy="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0" name="Google Shape;517;p25"/>
            <p:cNvSpPr/>
            <p:nvPr/>
          </p:nvSpPr>
          <p:spPr>
            <a:xfrm>
              <a:off x="4724" y="1465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200" baseline="-25000"/>
            </a:p>
          </p:txBody>
        </p:sp>
        <p:sp>
          <p:nvSpPr>
            <p:cNvPr id="121" name="Google Shape;519;p25"/>
            <p:cNvSpPr/>
            <p:nvPr/>
          </p:nvSpPr>
          <p:spPr>
            <a:xfrm>
              <a:off x="4714" y="2684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2" name="Google Shape;520;p25"/>
            <p:cNvSpPr/>
            <p:nvPr/>
          </p:nvSpPr>
          <p:spPr>
            <a:xfrm>
              <a:off x="4724" y="3903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3" name="Google Shape;521;p25"/>
            <p:cNvSpPr/>
            <p:nvPr/>
          </p:nvSpPr>
          <p:spPr>
            <a:xfrm>
              <a:off x="4724" y="5849"/>
              <a:ext cx="925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100">
                <a:solidFill>
                  <a:srgbClr val="000000"/>
                </a:solidFill>
              </a:endParaRPr>
            </a:p>
          </p:txBody>
        </p:sp>
        <p:sp>
          <p:nvSpPr>
            <p:cNvPr id="124" name="Google Shape;518;p25"/>
            <p:cNvSpPr/>
            <p:nvPr/>
          </p:nvSpPr>
          <p:spPr>
            <a:xfrm>
              <a:off x="6840" y="1465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200" baseline="-25000"/>
            </a:p>
          </p:txBody>
        </p:sp>
        <p:sp>
          <p:nvSpPr>
            <p:cNvPr id="125" name="Google Shape;522;p25"/>
            <p:cNvSpPr/>
            <p:nvPr/>
          </p:nvSpPr>
          <p:spPr>
            <a:xfrm>
              <a:off x="6840" y="2743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6" name="Google Shape;523;p25"/>
            <p:cNvSpPr/>
            <p:nvPr/>
          </p:nvSpPr>
          <p:spPr>
            <a:xfrm>
              <a:off x="6840" y="3946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7" name="Google Shape;524;p25"/>
            <p:cNvSpPr/>
            <p:nvPr/>
          </p:nvSpPr>
          <p:spPr>
            <a:xfrm>
              <a:off x="6840" y="5849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cxnSp>
          <p:nvCxnSpPr>
            <p:cNvPr id="128" name="Google Shape;526;p25"/>
            <p:cNvCxnSpPr/>
            <p:nvPr/>
          </p:nvCxnSpPr>
          <p:spPr>
            <a:xfrm flipH="1">
              <a:off x="5186" y="5064"/>
              <a:ext cx="9" cy="709"/>
            </a:xfrm>
            <a:prstGeom prst="straightConnector1">
              <a:avLst/>
            </a:prstGeom>
            <a:noFill/>
            <a:ln w="28575" cap="flat" cmpd="sng">
              <a:solidFill>
                <a:srgbClr val="595959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sp>
          <p:nvSpPr>
            <p:cNvPr id="129" name="Google Shape;530;p25"/>
            <p:cNvSpPr/>
            <p:nvPr/>
          </p:nvSpPr>
          <p:spPr>
            <a:xfrm>
              <a:off x="2243" y="5113"/>
              <a:ext cx="125" cy="108"/>
            </a:xfrm>
            <a:prstGeom prst="flowChartConnector">
              <a:avLst/>
            </a:prstGeom>
            <a:solidFill>
              <a:srgbClr val="B7B7B7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130" name="Google Shape;531;p25"/>
            <p:cNvCxnSpPr>
              <a:endCxn id="120" idx="2"/>
            </p:cNvCxnSpPr>
            <p:nvPr/>
          </p:nvCxnSpPr>
          <p:spPr>
            <a:xfrm rot="10800000" flipH="1">
              <a:off x="2378" y="1947"/>
              <a:ext cx="2346" cy="80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1" name="Google Shape;532;p25"/>
            <p:cNvCxnSpPr>
              <a:stCxn id="114" idx="5"/>
              <a:endCxn id="121" idx="2"/>
            </p:cNvCxnSpPr>
            <p:nvPr/>
          </p:nvCxnSpPr>
          <p:spPr>
            <a:xfrm>
              <a:off x="2350" y="2781"/>
              <a:ext cx="2365" cy="38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2" name="Google Shape;533;p25"/>
            <p:cNvCxnSpPr>
              <a:stCxn id="114" idx="5"/>
              <a:endCxn id="122" idx="2"/>
            </p:cNvCxnSpPr>
            <p:nvPr/>
          </p:nvCxnSpPr>
          <p:spPr>
            <a:xfrm>
              <a:off x="2350" y="2781"/>
              <a:ext cx="2374" cy="160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3" name="Google Shape;534;p25"/>
            <p:cNvCxnSpPr>
              <a:stCxn id="114" idx="5"/>
              <a:endCxn id="123" idx="2"/>
            </p:cNvCxnSpPr>
            <p:nvPr/>
          </p:nvCxnSpPr>
          <p:spPr>
            <a:xfrm>
              <a:off x="2350" y="2781"/>
              <a:ext cx="2374" cy="355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4" name="Google Shape;555;p25"/>
            <p:cNvCxnSpPr>
              <a:stCxn id="129" idx="5"/>
              <a:endCxn id="120" idx="2"/>
            </p:cNvCxnSpPr>
            <p:nvPr/>
          </p:nvCxnSpPr>
          <p:spPr>
            <a:xfrm rot="10800000" flipH="1">
              <a:off x="2350" y="1947"/>
              <a:ext cx="2374" cy="3258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5" name="Google Shape;556;p25"/>
            <p:cNvCxnSpPr>
              <a:stCxn id="129" idx="5"/>
              <a:endCxn id="121" idx="2"/>
            </p:cNvCxnSpPr>
            <p:nvPr/>
          </p:nvCxnSpPr>
          <p:spPr>
            <a:xfrm rot="10800000" flipH="1">
              <a:off x="2350" y="3166"/>
              <a:ext cx="2365" cy="203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6" name="Google Shape;557;p25"/>
            <p:cNvCxnSpPr>
              <a:stCxn id="129" idx="5"/>
              <a:endCxn id="122" idx="2"/>
            </p:cNvCxnSpPr>
            <p:nvPr/>
          </p:nvCxnSpPr>
          <p:spPr>
            <a:xfrm rot="10800000" flipH="1">
              <a:off x="2350" y="4385"/>
              <a:ext cx="2374" cy="82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7" name="Google Shape;558;p25"/>
            <p:cNvCxnSpPr>
              <a:stCxn id="129" idx="5"/>
              <a:endCxn id="123" idx="2"/>
            </p:cNvCxnSpPr>
            <p:nvPr/>
          </p:nvCxnSpPr>
          <p:spPr>
            <a:xfrm>
              <a:off x="2350" y="5205"/>
              <a:ext cx="2374" cy="1126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8" name="Google Shape;559;p25"/>
            <p:cNvCxnSpPr>
              <a:stCxn id="120" idx="6"/>
              <a:endCxn id="125" idx="2"/>
            </p:cNvCxnSpPr>
            <p:nvPr/>
          </p:nvCxnSpPr>
          <p:spPr>
            <a:xfrm>
              <a:off x="5658" y="1947"/>
              <a:ext cx="1182" cy="127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9" name="Google Shape;560;p25"/>
            <p:cNvCxnSpPr>
              <a:stCxn id="120" idx="6"/>
              <a:endCxn id="126" idx="2"/>
            </p:cNvCxnSpPr>
            <p:nvPr/>
          </p:nvCxnSpPr>
          <p:spPr>
            <a:xfrm>
              <a:off x="5658" y="1947"/>
              <a:ext cx="1182" cy="248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0" name="Google Shape;561;p25"/>
            <p:cNvCxnSpPr>
              <a:stCxn id="120" idx="6"/>
              <a:endCxn id="127" idx="2"/>
            </p:cNvCxnSpPr>
            <p:nvPr/>
          </p:nvCxnSpPr>
          <p:spPr>
            <a:xfrm>
              <a:off x="5658" y="1947"/>
              <a:ext cx="1182" cy="438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1" name="Google Shape;562;p25"/>
            <p:cNvCxnSpPr>
              <a:stCxn id="121" idx="6"/>
              <a:endCxn id="124" idx="2"/>
            </p:cNvCxnSpPr>
            <p:nvPr/>
          </p:nvCxnSpPr>
          <p:spPr>
            <a:xfrm rot="10800000" flipH="1">
              <a:off x="5648" y="1946"/>
              <a:ext cx="1191" cy="121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2" name="Google Shape;563;p25"/>
            <p:cNvCxnSpPr>
              <a:stCxn id="121" idx="6"/>
              <a:endCxn id="125" idx="2"/>
            </p:cNvCxnSpPr>
            <p:nvPr/>
          </p:nvCxnSpPr>
          <p:spPr>
            <a:xfrm>
              <a:off x="5648" y="3166"/>
              <a:ext cx="1191" cy="5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3" name="Google Shape;564;p25"/>
            <p:cNvCxnSpPr>
              <a:stCxn id="121" idx="6"/>
              <a:endCxn id="126" idx="2"/>
            </p:cNvCxnSpPr>
            <p:nvPr/>
          </p:nvCxnSpPr>
          <p:spPr>
            <a:xfrm>
              <a:off x="5648" y="3166"/>
              <a:ext cx="1191" cy="1262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" name="Google Shape;565;p25"/>
            <p:cNvCxnSpPr>
              <a:stCxn id="121" idx="6"/>
              <a:endCxn id="127" idx="2"/>
            </p:cNvCxnSpPr>
            <p:nvPr/>
          </p:nvCxnSpPr>
          <p:spPr>
            <a:xfrm>
              <a:off x="5648" y="3166"/>
              <a:ext cx="1191" cy="316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5" name="Google Shape;566;p25"/>
            <p:cNvCxnSpPr>
              <a:stCxn id="122" idx="6"/>
              <a:endCxn id="124" idx="2"/>
            </p:cNvCxnSpPr>
            <p:nvPr/>
          </p:nvCxnSpPr>
          <p:spPr>
            <a:xfrm rot="10800000" flipH="1">
              <a:off x="5658" y="1947"/>
              <a:ext cx="1182" cy="2438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" name="Google Shape;567;p25"/>
            <p:cNvCxnSpPr>
              <a:stCxn id="122" idx="6"/>
              <a:endCxn id="125" idx="2"/>
            </p:cNvCxnSpPr>
            <p:nvPr/>
          </p:nvCxnSpPr>
          <p:spPr>
            <a:xfrm rot="10800000" flipH="1">
              <a:off x="5658" y="3224"/>
              <a:ext cx="1182" cy="116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7" name="Google Shape;568;p25"/>
            <p:cNvCxnSpPr>
              <a:stCxn id="122" idx="6"/>
              <a:endCxn id="126" idx="2"/>
            </p:cNvCxnSpPr>
            <p:nvPr/>
          </p:nvCxnSpPr>
          <p:spPr>
            <a:xfrm>
              <a:off x="5658" y="4385"/>
              <a:ext cx="1182" cy="4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" name="Google Shape;569;p25"/>
            <p:cNvCxnSpPr>
              <a:stCxn id="122" idx="6"/>
              <a:endCxn id="127" idx="2"/>
            </p:cNvCxnSpPr>
            <p:nvPr/>
          </p:nvCxnSpPr>
          <p:spPr>
            <a:xfrm>
              <a:off x="5658" y="4385"/>
              <a:ext cx="1182" cy="1946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9" name="Google Shape;570;p25"/>
            <p:cNvCxnSpPr>
              <a:endCxn id="124" idx="2"/>
            </p:cNvCxnSpPr>
            <p:nvPr/>
          </p:nvCxnSpPr>
          <p:spPr>
            <a:xfrm rot="10800000" flipH="1">
              <a:off x="5658" y="1947"/>
              <a:ext cx="1182" cy="444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" name="Google Shape;571;p25"/>
            <p:cNvCxnSpPr>
              <a:stCxn id="123" idx="6"/>
              <a:endCxn id="125" idx="2"/>
            </p:cNvCxnSpPr>
            <p:nvPr/>
          </p:nvCxnSpPr>
          <p:spPr>
            <a:xfrm rot="10800000" flipH="1">
              <a:off x="5649" y="3224"/>
              <a:ext cx="1191" cy="310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1" name="Google Shape;572;p25"/>
            <p:cNvCxnSpPr>
              <a:stCxn id="123" idx="6"/>
              <a:endCxn id="126" idx="2"/>
            </p:cNvCxnSpPr>
            <p:nvPr/>
          </p:nvCxnSpPr>
          <p:spPr>
            <a:xfrm rot="10800000" flipH="1">
              <a:off x="5649" y="4428"/>
              <a:ext cx="1191" cy="190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" name="Google Shape;573;p25"/>
            <p:cNvCxnSpPr>
              <a:stCxn id="123" idx="6"/>
              <a:endCxn id="127" idx="2"/>
            </p:cNvCxnSpPr>
            <p:nvPr/>
          </p:nvCxnSpPr>
          <p:spPr>
            <a:xfrm>
              <a:off x="5649" y="6331"/>
              <a:ext cx="1191" cy="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3" name="Google Shape;591;p25"/>
            <p:cNvCxnSpPr>
              <a:endCxn id="115" idx="2"/>
            </p:cNvCxnSpPr>
            <p:nvPr/>
          </p:nvCxnSpPr>
          <p:spPr>
            <a:xfrm rot="10800000" flipH="1">
              <a:off x="7887" y="3798"/>
              <a:ext cx="1568" cy="58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" name="Google Shape;593;p25"/>
            <p:cNvCxnSpPr/>
            <p:nvPr/>
          </p:nvCxnSpPr>
          <p:spPr>
            <a:xfrm flipH="1">
              <a:off x="7302" y="5064"/>
              <a:ext cx="9" cy="709"/>
            </a:xfrm>
            <a:prstGeom prst="straightConnector1">
              <a:avLst/>
            </a:prstGeom>
            <a:noFill/>
            <a:ln w="28575" cap="flat" cmpd="sng">
              <a:solidFill>
                <a:srgbClr val="595959"/>
              </a:solidFill>
              <a:prstDash val="dot"/>
              <a:round/>
              <a:headEnd type="none" w="med" len="med"/>
              <a:tailEnd type="none" w="med" len="med"/>
            </a:ln>
          </p:spPr>
        </p:cxnSp>
      </p:grpSp>
      <p:sp>
        <p:nvSpPr>
          <p:cNvPr id="156" name="文本框 155"/>
          <p:cNvSpPr txBox="1"/>
          <p:nvPr/>
        </p:nvSpPr>
        <p:spPr>
          <a:xfrm>
            <a:off x="3260090" y="977265"/>
            <a:ext cx="2413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/>
              <a:t>5-frame window MLP</a:t>
            </a:r>
            <a:endParaRPr lang="en-US" altLang="zh-CN" sz="1600" b="1">
              <a:sym typeface="+mn-ea"/>
            </a:endParaRPr>
          </a:p>
        </p:txBody>
      </p:sp>
      <p:sp>
        <p:nvSpPr>
          <p:cNvPr id="157" name="文本框 156"/>
          <p:cNvSpPr txBox="1"/>
          <p:nvPr/>
        </p:nvSpPr>
        <p:spPr>
          <a:xfrm>
            <a:off x="3016250" y="3205480"/>
            <a:ext cx="40709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/>
              <a:t>2 hidden layer, each with 32 neurons.</a:t>
            </a:r>
            <a:endParaRPr lang="en-US" altLang="zh-CN" sz="1600" b="1"/>
          </a:p>
        </p:txBody>
      </p:sp>
      <p:sp>
        <p:nvSpPr>
          <p:cNvPr id="3" name="任意多边形 2"/>
          <p:cNvSpPr/>
          <p:nvPr/>
        </p:nvSpPr>
        <p:spPr>
          <a:xfrm>
            <a:off x="3154680" y="1148715"/>
            <a:ext cx="281940" cy="434975"/>
          </a:xfrm>
          <a:custGeom>
            <a:avLst/>
            <a:gdLst>
              <a:gd name="connisteX0" fmla="*/ 0 w 380365"/>
              <a:gd name="connsiteY0" fmla="*/ 887730 h 887730"/>
              <a:gd name="connisteX1" fmla="*/ 0 w 380365"/>
              <a:gd name="connsiteY1" fmla="*/ 0 h 887730"/>
              <a:gd name="connisteX2" fmla="*/ 380365 w 380365"/>
              <a:gd name="connsiteY2" fmla="*/ 0 h 88773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380365" h="887730">
                <a:moveTo>
                  <a:pt x="0" y="887730"/>
                </a:moveTo>
                <a:lnTo>
                  <a:pt x="0" y="0"/>
                </a:lnTo>
                <a:lnTo>
                  <a:pt x="380365" y="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/>
        </p:nvSpPr>
        <p:spPr>
          <a:xfrm>
            <a:off x="3169285" y="3115945"/>
            <a:ext cx="1451610" cy="2346325"/>
          </a:xfrm>
          <a:custGeom>
            <a:avLst/>
            <a:gdLst>
              <a:gd name="connisteX0" fmla="*/ 0 w 2300605"/>
              <a:gd name="connsiteY0" fmla="*/ 0 h 2346325"/>
              <a:gd name="connisteX1" fmla="*/ 8890 w 2300605"/>
              <a:gd name="connsiteY1" fmla="*/ 2346325 h 2346325"/>
              <a:gd name="connisteX2" fmla="*/ 2300605 w 2300605"/>
              <a:gd name="connsiteY2" fmla="*/ 2337435 h 234632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2300605" h="2346325">
                <a:moveTo>
                  <a:pt x="0" y="0"/>
                </a:moveTo>
                <a:lnTo>
                  <a:pt x="8890" y="2346325"/>
                </a:lnTo>
                <a:lnTo>
                  <a:pt x="2300605" y="2337435"/>
                </a:lnTo>
              </a:path>
            </a:pathLst>
          </a:custGeom>
          <a:noFill/>
          <a:ln>
            <a:solidFill>
              <a:srgbClr val="14B8A6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620260" y="525335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训练目标</a:t>
            </a:r>
            <a:r>
              <a:rPr lang="en-US" altLang="zh-CN"/>
              <a:t>:MAE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3118485" y="578770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r>
              <a:rPr lang="zh-CN" altLang="en-US" sz="1600"/>
              <a:t>输入</a:t>
            </a:r>
            <a:r>
              <a:rPr lang="zh-CN" sz="1600">
                <a:ea typeface="SimSun" panose="02010600030101010101" pitchFamily="2" charset="-122"/>
              </a:rPr>
              <a:t>进行了归一化</a:t>
            </a:r>
            <a:endParaRPr lang="zh-CN" sz="1600"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529330"/>
            <a:ext cx="9144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" name="图片 1" descr="03_phase_erro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74190"/>
            <a:ext cx="731520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>
              <a:lumMod val="85000"/>
              <a:lumOff val="15000"/>
            </a:schemeClr>
          </a:solidFill>
          <a:tailEnd type="oval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ln w="12700">
          <a:solidFill>
            <a:schemeClr val="tx1">
              <a:lumMod val="95000"/>
              <a:lumOff val="5000"/>
            </a:schemeClr>
          </a:solidFill>
          <a:prstDash val="dash"/>
        </a:ln>
      </a:spPr>
      <a:bodyPr/>
      <a:lstStyle/>
      <a:style>
        <a:lnRef idx="0">
          <a:schemeClr val="accent1"/>
        </a:lnRef>
        <a:fillRef idx="0">
          <a:srgbClr val="FFFFFF"/>
        </a:fillRef>
        <a:effectRef idx="0">
          <a:srgbClr val="FFFFFF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</Words>
  <Application>WPS 演示</Application>
  <PresentationFormat>Converted Presentation</PresentationFormat>
  <Paragraphs>29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Arial</vt:lpstr>
      <vt:lpstr>SimSun</vt:lpstr>
      <vt:lpstr>Wingdings</vt:lpstr>
      <vt:lpstr>Arial</vt:lpstr>
      <vt:lpstr>Times New Roman</vt:lpstr>
      <vt:lpstr>Microsoft YaHei</vt:lpstr>
      <vt:lpstr>Arial Unicode MS</vt:lpstr>
      <vt:lpstr>MS PGothic</vt:lpstr>
      <vt:lpstr>Times New Roman</vt:lpstr>
      <vt:lpstr>Office テーマ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down down down down down</cp:lastModifiedBy>
  <cp:revision>34</cp:revision>
  <dcterms:created xsi:type="dcterms:W3CDTF">2026-09-29T07:20:00Z</dcterms:created>
  <dcterms:modified xsi:type="dcterms:W3CDTF">2026-10-18T13:38:02Z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FB3ACDAA4AF54148BE5074B4117C330D_12</vt:lpwstr>
  </property>
</Properties>
</file>