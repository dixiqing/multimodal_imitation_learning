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6235" y="515620"/>
            <a:ext cx="68084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开始阶段，手指手势，手的摆放姿势，位置。尽量保持一致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SimSun</vt:lpstr>
      <vt:lpstr>Wingdings</vt:lpstr>
      <vt:lpstr>Arial Unicode MS</vt:lpstr>
      <vt:lpstr>Calibri</vt:lpstr>
      <vt:lpstr>Microsoft YaHei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down down down down down</cp:lastModifiedBy>
  <cp:revision>6</cp:revision>
  <dcterms:created xsi:type="dcterms:W3CDTF">2023-08-09T12:44:00Z</dcterms:created>
  <dcterms:modified xsi:type="dcterms:W3CDTF">2026-10-16T05:18:51Z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D56DD01904D94D44ACDA9828B9ADD0BB_12</vt:lpwstr>
  </property>
</Properties>
</file>