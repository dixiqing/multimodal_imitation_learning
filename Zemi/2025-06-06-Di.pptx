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564" r:id="rId5"/>
    <p:sldId id="566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90F"/>
    <a:srgbClr val="E40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CCE7-0FC9-4530-99D9-387BB353FE33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25247-BA80-4874-A379-0474C37CDF2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764144" y="1089890"/>
            <a:ext cx="8663709" cy="1572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Prosthetic Hand Control System depends on Eye Tracking, Computer Vision, and EMG</a:t>
            </a:r>
            <a:endParaRPr kumimoji="1" lang="ja-JP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489199" y="3786370"/>
            <a:ext cx="7213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Saga University</a:t>
            </a:r>
            <a:endParaRPr lang="en-US" altLang="ja-JP" sz="2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</a:rPr>
              <a:t>Computer Science &amp; Information Techology</a:t>
            </a:r>
            <a:endParaRPr lang="en-US" altLang="zh-CN" sz="2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25742102 DI XIQING</a:t>
            </a:r>
            <a:endParaRPr lang="en-US" altLang="ja-JP" sz="2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Professor Osamu Fukuda</a:t>
            </a:r>
            <a:r>
              <a:rPr lang="ja-JP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，</a:t>
            </a:r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Yeoh Wen Liang</a:t>
            </a:r>
            <a:endParaRPr lang="en-US" altLang="ja-JP" sz="2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979285" y="1294765"/>
            <a:ext cx="4934585" cy="118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Gaze target estimation model : </a:t>
            </a: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CVPR 2020 - Detecting Attended Visual Targets in Video</a:t>
            </a:r>
            <a:endParaRPr lang="en-US" altLang="ja-JP" b="1" i="0" dirty="0">
              <a:solidFill>
                <a:srgbClr val="1F2328"/>
              </a:solidFill>
              <a:effectLst/>
              <a:latin typeface="MS PMincho" panose="02020600040205080304" charset="-128"/>
              <a:ea typeface="MS PMincho" panose="02020600040205080304" charset="-128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sz="1700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Face detection algorithm </a:t>
            </a:r>
            <a:r>
              <a:rPr lang="zh-CN" altLang="en-US" sz="1700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： </a:t>
            </a:r>
            <a:r>
              <a:rPr lang="en-US" altLang="ja-JP" sz="1600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rPr>
              <a:t>Haar Cascade Classifier</a:t>
            </a:r>
            <a:endParaRPr lang="en-US" altLang="zh-CN" sz="1700" dirty="0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</a:endParaRPr>
          </a:p>
        </p:txBody>
      </p: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90" y="167233"/>
            <a:ext cx="7453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Current work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275590" y="782344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Real time gaze target estimation :</a:t>
            </a:r>
            <a:endParaRPr lang="en-US" altLang="zh-CN" b="1" dirty="0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  <a:sym typeface="+mn-ea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7908925" y="2830195"/>
            <a:ext cx="380365" cy="66802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979285" y="3553460"/>
            <a:ext cx="4935220" cy="11684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400"/>
              <a:t>main cause of instability : </a:t>
            </a:r>
            <a:endParaRPr lang="en-US" altLang="ja-JP" sz="1400"/>
          </a:p>
          <a:p>
            <a:endParaRPr lang="en-US" altLang="ja-JP" sz="1400"/>
          </a:p>
          <a:p>
            <a:r>
              <a:rPr lang="en-US" altLang="zh-CN" sz="1400"/>
              <a:t>1.  Sometimes the face is not detected</a:t>
            </a:r>
            <a:endParaRPr lang="en-US" altLang="zh-CN" sz="1400"/>
          </a:p>
          <a:p>
            <a:r>
              <a:rPr lang="en-US" altLang="zh-CN" sz="1400"/>
              <a:t>2.  Sometimes the bounding boxes are detected in incorrect locations</a:t>
            </a:r>
            <a:endParaRPr lang="en-US" altLang="zh-CN" sz="1400"/>
          </a:p>
        </p:txBody>
      </p:sp>
      <p:pic>
        <p:nvPicPr>
          <p:cNvPr id="4" name="6月2日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75590" y="1294765"/>
            <a:ext cx="6550660" cy="49129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N</a:t>
            </a:r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</a:rPr>
              <a:t>ext step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5590" y="847725"/>
            <a:ext cx="11750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MS PMincho" panose="02020600040205080304" charset="-128"/>
                <a:ea typeface="MS PMincho" panose="02020600040205080304" charset="-128"/>
              </a:rPr>
              <a:t>Labo’s hand vision system combined with the gaze model</a:t>
            </a:r>
            <a:endParaRPr lang="en-US" altLang="zh-CN" b="1" dirty="0">
              <a:latin typeface="MS Mincho" panose="02020609040205080304" pitchFamily="17" charset="-128"/>
              <a:ea typeface="MS Mincho" panose="02020609040205080304" pitchFamily="17" charset="-128"/>
              <a:cs typeface="MS PMincho" panose="02020600040205080304" charset="-128"/>
              <a:sym typeface="+mn-ea"/>
            </a:endParaRPr>
          </a:p>
        </p:txBody>
      </p:sp>
      <p:pic>
        <p:nvPicPr>
          <p:cNvPr id="5" name="图片 4" descr="微信截图_202506031108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0" y="1409065"/>
            <a:ext cx="7781925" cy="3429635"/>
          </a:xfrm>
          <a:prstGeom prst="rect">
            <a:avLst/>
          </a:prstGeom>
        </p:spPr>
      </p:pic>
      <p:pic>
        <p:nvPicPr>
          <p:cNvPr id="9" name="图片 8" descr="微信图片编辑_202506031146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705" y="3896995"/>
            <a:ext cx="3719830" cy="2690495"/>
          </a:xfrm>
          <a:prstGeom prst="rect">
            <a:avLst/>
          </a:prstGeom>
        </p:spPr>
      </p:pic>
      <p:pic>
        <p:nvPicPr>
          <p:cNvPr id="4" name="图片 3" descr="QQ20250603-150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705" y="1515745"/>
            <a:ext cx="3733800" cy="22745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WPS 演示</Application>
  <PresentationFormat>ワイド画面</PresentationFormat>
  <Paragraphs>24</Paragraphs>
  <Slides>3</Slides>
  <Notes>3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MS PMincho</vt:lpstr>
      <vt:lpstr>MS Mincho</vt:lpstr>
      <vt:lpstr>Yu Gothic</vt:lpstr>
      <vt:lpstr>微软雅黑</vt:lpstr>
      <vt:lpstr>Arial Unicode MS</vt:lpstr>
      <vt:lpstr>Yu Gothic Light</vt:lpstr>
      <vt:lpstr>等线</vt:lpstr>
      <vt:lpstr>Office テーマ</vt:lpstr>
      <vt:lpstr>1_Office テーマ</vt:lpstr>
      <vt:lpstr>Prosthetic Hand Control System depends on Eye Tracking, Computer Vision, and EMG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25742102 ディシチン</dc:creator>
  <cp:lastModifiedBy>down down down down down</cp:lastModifiedBy>
  <cp:revision>22</cp:revision>
  <dcterms:created xsi:type="dcterms:W3CDTF">2025-05-10T07:41:00Z</dcterms:created>
  <dcterms:modified xsi:type="dcterms:W3CDTF">2025-06-04T08:15:53Z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0E634CF534D7483DB84EA17BA8B34D0D_12</vt:lpwstr>
  </property>
  <property fmtid="{D5CDD505-2E9C-101B-9397-08002B2CF9AE}" pid="3" name="KSOProductBuildVer">
    <vt:lpwstr>2052-12.1.0.21171</vt:lpwstr>
  </property>
</Properties>
</file>